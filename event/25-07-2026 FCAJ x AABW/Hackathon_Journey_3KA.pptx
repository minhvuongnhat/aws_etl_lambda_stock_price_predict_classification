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Play"/>
      <p:bold r:id="rId25"/>
    </p:embeddedFont>
    <p:embeddedFont>
      <p:font typeface="Arim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DDUPkFxlEHU4PHAzwdLlsdXcT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regular.fntdata"/><Relationship Id="rId25" Type="http://schemas.openxmlformats.org/officeDocument/2006/relationships/font" Target="fonts/Play-bold.fntdata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" name="Google Shape;106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7" name="Google Shape;107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9" name="Google Shape;129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2" name="Google Shape;132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2" name="Google Shape;192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5" name="Google Shape;195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1" name="Google Shape;21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2" name="Google Shape;21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0" name="Google Shape;250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1" name="Google Shape;251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4" name="Google Shape;254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7" name="Google Shape;297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0" name="Google Shape;300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3" name="Google Shape;333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4" name="Google Shape;334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7" name="Google Shape;337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9" name="Google Shape;369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0" name="Google Shape;370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3" name="Google Shape;373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9" name="Google Shape;39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0" name="Google Shape;40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3" name="Google Shape;40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7" name="Google Shape;417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8" name="Google Shape;418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1" name="Google Shape;421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9" name="Google Shape;449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0" name="Google Shape;450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3" name="Google Shape;453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7" name="Google Shape;467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8" name="Google Shape;468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1" name="Google Shape;471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2" name="Google Shape;502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03" name="Google Shape;503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6" name="Google Shape;506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0" name="Google Shape;530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31" name="Google Shape;531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4" name="Google Shape;534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5" name="Google Shape;555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56" name="Google Shape;556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9" name="Google Shape;559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9" name="Google Shape;609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10" name="Google Shape;610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3" name="Google Shape;613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62" name="Google Shape;662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63" name="Google Shape;663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66" name="Google Shape;666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1" name="Google Shape;711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12" name="Google Shape;712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5" name="Google Shape;715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9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2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21.png"/><Relationship Id="rId6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971550" y="2605783"/>
            <a:ext cx="12688472" cy="1995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Hackathon Journey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descr="A black and white sign with white text  AI-generated content may be incorrect." id="94" name="Google Shape;94;p1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95" name="Google Shape;95;p1"/>
          <p:cNvGrpSpPr/>
          <p:nvPr/>
        </p:nvGrpSpPr>
        <p:grpSpPr>
          <a:xfrm>
            <a:off x="1033101" y="3818925"/>
            <a:ext cx="10650285" cy="792537"/>
            <a:chOff x="0" y="-9525"/>
            <a:chExt cx="14200379" cy="1056716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14200375" cy="1047191"/>
            </a:xfrm>
            <a:custGeom>
              <a:rect b="b" l="l" r="r" t="t"/>
              <a:pathLst>
                <a:path extrusionOk="0" h="1047191" w="14200375">
                  <a:moveTo>
                    <a:pt x="0" y="0"/>
                  </a:moveTo>
                  <a:lnTo>
                    <a:pt x="14200375" y="0"/>
                  </a:lnTo>
                  <a:lnTo>
                    <a:pt x="14200375" y="1047191"/>
                  </a:lnTo>
                  <a:lnTo>
                    <a:pt x="0" y="1047191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164096" l="0" r="11613" t="-202975"/>
              </a:stretch>
            </a:blipFill>
            <a:ln>
              <a:noFill/>
            </a:ln>
          </p:spPr>
        </p:sp>
        <p:sp>
          <p:nvSpPr>
            <p:cNvPr id="97" name="Google Shape;97;p1"/>
            <p:cNvSpPr txBox="1"/>
            <p:nvPr/>
          </p:nvSpPr>
          <p:spPr>
            <a:xfrm>
              <a:off x="0" y="-9525"/>
              <a:ext cx="14200379" cy="10567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00" u="none" cap="none" strike="noStrike">
                  <a:solidFill>
                    <a:srgbClr val="F7E6FF"/>
                  </a:solidFill>
                  <a:latin typeface="Play"/>
                  <a:ea typeface="Play"/>
                  <a:cs typeface="Play"/>
                  <a:sym typeface="Play"/>
                </a:rPr>
                <a:t>24 Hours of Building, Failing, and Learning</a:t>
              </a:r>
              <a:endParaRPr/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971550" y="5204126"/>
            <a:ext cx="18040741" cy="1026700"/>
            <a:chOff x="0" y="-9525"/>
            <a:chExt cx="24054321" cy="1368933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24054316" cy="1359408"/>
            </a:xfrm>
            <a:custGeom>
              <a:rect b="b" l="l" r="r" t="t"/>
              <a:pathLst>
                <a:path extrusionOk="0" h="1359408" w="24054316">
                  <a:moveTo>
                    <a:pt x="0" y="0"/>
                  </a:moveTo>
                  <a:lnTo>
                    <a:pt x="24054316" y="0"/>
                  </a:lnTo>
                  <a:lnTo>
                    <a:pt x="24054316" y="1359408"/>
                  </a:lnTo>
                  <a:lnTo>
                    <a:pt x="0" y="1359408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288505" l="0" r="0" t="-301055"/>
              </a:stretch>
            </a:blipFill>
            <a:ln>
              <a:noFill/>
            </a:ln>
          </p:spPr>
        </p:sp>
        <p:sp>
          <p:nvSpPr>
            <p:cNvPr id="100" name="Google Shape;100;p1"/>
            <p:cNvSpPr txBox="1"/>
            <p:nvPr/>
          </p:nvSpPr>
          <p:spPr>
            <a:xfrm>
              <a:off x="0" y="-9525"/>
              <a:ext cx="24054321" cy="1368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3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The best lessons never came from winning.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3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They came from the messy, exhausting process</a:t>
              </a:r>
              <a:endParaRPr/>
            </a:p>
          </p:txBody>
        </p:sp>
      </p:grpSp>
      <p:sp>
        <p:nvSpPr>
          <p:cNvPr id="101" name="Google Shape;101;p1"/>
          <p:cNvSpPr txBox="1"/>
          <p:nvPr/>
        </p:nvSpPr>
        <p:spPr>
          <a:xfrm>
            <a:off x="1033101" y="6880517"/>
            <a:ext cx="82296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3KA 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2493524" y="6833512"/>
            <a:ext cx="7325400" cy="3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HUỲNH AN KHƯƠNG</a:t>
            </a:r>
            <a:endParaRPr/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NGUYỄN QUỐC HUY</a:t>
            </a:r>
            <a:endParaRPr/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NGÔ QUANG KHÔI</a:t>
            </a:r>
            <a:endParaRPr/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HOÀNG LÊ THÀNH ĐỨC</a:t>
            </a:r>
            <a:endParaRPr/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ĐẶNG NGUYỄN PHƯỚC LỘC</a:t>
            </a:r>
            <a:endParaRPr/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ĐẶNG TRƯỜNG HƯNG</a:t>
            </a:r>
            <a:endParaRPr/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3" name="Google Shape;113;p2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15</a:t>
              </a:r>
              <a:endParaRPr/>
            </a:p>
          </p:txBody>
        </p:sp>
      </p:grpSp>
      <p:sp>
        <p:nvSpPr>
          <p:cNvPr descr="A black and white sign with white text  AI-generated content may be incorrect." id="116" name="Google Shape;116;p2"/>
          <p:cNvSpPr/>
          <p:nvPr/>
        </p:nvSpPr>
        <p:spPr>
          <a:xfrm>
            <a:off x="457200" y="9446247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22448" y="372462"/>
            <a:ext cx="10492740" cy="901601"/>
            <a:chOff x="0" y="0"/>
            <a:chExt cx="13990320" cy="1202134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MEET TEAM 3KA</a:t>
              </a:r>
              <a:endParaRPr/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1458188" y="5348213"/>
            <a:ext cx="5537259" cy="3918417"/>
          </a:xfrm>
          <a:custGeom>
            <a:rect b="b" l="l" r="r" t="t"/>
            <a:pathLst>
              <a:path extrusionOk="0" h="812800" w="1148597">
                <a:moveTo>
                  <a:pt x="32157" y="0"/>
                </a:moveTo>
                <a:lnTo>
                  <a:pt x="1116440" y="0"/>
                </a:lnTo>
                <a:cubicBezTo>
                  <a:pt x="1134200" y="0"/>
                  <a:pt x="1148597" y="14397"/>
                  <a:pt x="1148597" y="32157"/>
                </a:cubicBezTo>
                <a:lnTo>
                  <a:pt x="1148597" y="780643"/>
                </a:lnTo>
                <a:cubicBezTo>
                  <a:pt x="1148597" y="789171"/>
                  <a:pt x="1145209" y="797351"/>
                  <a:pt x="1139179" y="803381"/>
                </a:cubicBezTo>
                <a:cubicBezTo>
                  <a:pt x="1133148" y="809412"/>
                  <a:pt x="1124969" y="812800"/>
                  <a:pt x="1116440" y="812800"/>
                </a:cubicBezTo>
                <a:lnTo>
                  <a:pt x="32157" y="812800"/>
                </a:lnTo>
                <a:cubicBezTo>
                  <a:pt x="23629" y="812800"/>
                  <a:pt x="15449" y="809412"/>
                  <a:pt x="9419" y="803381"/>
                </a:cubicBezTo>
                <a:cubicBezTo>
                  <a:pt x="3388" y="797351"/>
                  <a:pt x="0" y="789171"/>
                  <a:pt x="0" y="780643"/>
                </a:cubicBezTo>
                <a:lnTo>
                  <a:pt x="0" y="32157"/>
                </a:lnTo>
                <a:cubicBezTo>
                  <a:pt x="0" y="23629"/>
                  <a:pt x="3388" y="15449"/>
                  <a:pt x="9419" y="9419"/>
                </a:cubicBezTo>
                <a:cubicBezTo>
                  <a:pt x="15449" y="3388"/>
                  <a:pt x="23629" y="0"/>
                  <a:pt x="32157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92" l="0" r="0" t="-299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8827262" y="4757120"/>
            <a:ext cx="7157008" cy="4925948"/>
          </a:xfrm>
          <a:custGeom>
            <a:rect b="b" l="l" r="r" t="t"/>
            <a:pathLst>
              <a:path extrusionOk="0" h="812800" w="1180933">
                <a:moveTo>
                  <a:pt x="24880" y="0"/>
                </a:moveTo>
                <a:lnTo>
                  <a:pt x="1156054" y="0"/>
                </a:lnTo>
                <a:cubicBezTo>
                  <a:pt x="1169794" y="0"/>
                  <a:pt x="1180933" y="11139"/>
                  <a:pt x="1180933" y="24880"/>
                </a:cubicBezTo>
                <a:lnTo>
                  <a:pt x="1180933" y="787920"/>
                </a:lnTo>
                <a:cubicBezTo>
                  <a:pt x="1180933" y="801661"/>
                  <a:pt x="1169794" y="812800"/>
                  <a:pt x="1156054" y="812800"/>
                </a:cubicBezTo>
                <a:lnTo>
                  <a:pt x="24880" y="812800"/>
                </a:lnTo>
                <a:cubicBezTo>
                  <a:pt x="11139" y="812800"/>
                  <a:pt x="0" y="801661"/>
                  <a:pt x="0" y="787920"/>
                </a:cubicBezTo>
                <a:lnTo>
                  <a:pt x="0" y="24880"/>
                </a:lnTo>
                <a:cubicBezTo>
                  <a:pt x="0" y="11139"/>
                  <a:pt x="11139" y="0"/>
                  <a:pt x="2488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6862" l="0" r="0" t="-4686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3687706" y="1506262"/>
            <a:ext cx="3930070" cy="3336023"/>
          </a:xfrm>
          <a:custGeom>
            <a:rect b="b" l="l" r="r" t="t"/>
            <a:pathLst>
              <a:path extrusionOk="0" h="812800" w="957535">
                <a:moveTo>
                  <a:pt x="45308" y="0"/>
                </a:moveTo>
                <a:lnTo>
                  <a:pt x="912227" y="0"/>
                </a:lnTo>
                <a:cubicBezTo>
                  <a:pt x="937250" y="0"/>
                  <a:pt x="957535" y="20285"/>
                  <a:pt x="957535" y="45308"/>
                </a:cubicBezTo>
                <a:lnTo>
                  <a:pt x="957535" y="767492"/>
                </a:lnTo>
                <a:cubicBezTo>
                  <a:pt x="957535" y="792515"/>
                  <a:pt x="937250" y="812800"/>
                  <a:pt x="912227" y="812800"/>
                </a:cubicBezTo>
                <a:lnTo>
                  <a:pt x="45308" y="812800"/>
                </a:lnTo>
                <a:cubicBezTo>
                  <a:pt x="20285" y="812800"/>
                  <a:pt x="0" y="792515"/>
                  <a:pt x="0" y="767492"/>
                </a:cubicBezTo>
                <a:lnTo>
                  <a:pt x="0" y="45308"/>
                </a:lnTo>
                <a:cubicBezTo>
                  <a:pt x="0" y="20285"/>
                  <a:pt x="20285" y="0"/>
                  <a:pt x="45308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8903" l="0" r="0" t="-890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10476973" y="640618"/>
            <a:ext cx="3857586" cy="3745199"/>
          </a:xfrm>
          <a:custGeom>
            <a:rect b="b" l="l" r="r" t="t"/>
            <a:pathLst>
              <a:path extrusionOk="0" h="812800" w="837191">
                <a:moveTo>
                  <a:pt x="46159" y="0"/>
                </a:moveTo>
                <a:lnTo>
                  <a:pt x="791031" y="0"/>
                </a:lnTo>
                <a:cubicBezTo>
                  <a:pt x="803274" y="0"/>
                  <a:pt x="815014" y="4863"/>
                  <a:pt x="823671" y="13520"/>
                </a:cubicBezTo>
                <a:cubicBezTo>
                  <a:pt x="832328" y="22176"/>
                  <a:pt x="837191" y="33917"/>
                  <a:pt x="837191" y="46159"/>
                </a:cubicBezTo>
                <a:lnTo>
                  <a:pt x="837191" y="766641"/>
                </a:lnTo>
                <a:cubicBezTo>
                  <a:pt x="837191" y="778883"/>
                  <a:pt x="832328" y="790624"/>
                  <a:pt x="823671" y="799280"/>
                </a:cubicBezTo>
                <a:cubicBezTo>
                  <a:pt x="815014" y="807937"/>
                  <a:pt x="803274" y="812800"/>
                  <a:pt x="791031" y="812800"/>
                </a:cubicBezTo>
                <a:lnTo>
                  <a:pt x="46159" y="812800"/>
                </a:lnTo>
                <a:cubicBezTo>
                  <a:pt x="33917" y="812800"/>
                  <a:pt x="22176" y="807937"/>
                  <a:pt x="13520" y="799280"/>
                </a:cubicBezTo>
                <a:cubicBezTo>
                  <a:pt x="4863" y="790624"/>
                  <a:pt x="0" y="778883"/>
                  <a:pt x="0" y="766641"/>
                </a:cubicBezTo>
                <a:lnTo>
                  <a:pt x="0" y="46159"/>
                </a:lnTo>
                <a:cubicBezTo>
                  <a:pt x="0" y="33917"/>
                  <a:pt x="4863" y="22176"/>
                  <a:pt x="13520" y="13520"/>
                </a:cubicBezTo>
                <a:cubicBezTo>
                  <a:pt x="22176" y="4863"/>
                  <a:pt x="33917" y="0"/>
                  <a:pt x="46159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00" l="0" r="0" t="-150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3086100" y="9558499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5" name="Google Shape;135;p3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137" name="Google Shape;137;p3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2</a:t>
              </a:r>
              <a:endParaRPr/>
            </a:p>
          </p:txBody>
        </p:sp>
      </p:grpSp>
      <p:sp>
        <p:nvSpPr>
          <p:cNvPr id="138" name="Google Shape;138;p3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id="139" name="Google Shape;139;p3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140" name="Google Shape;140;p3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141" name="Google Shape;141;p3"/>
          <p:cNvGrpSpPr/>
          <p:nvPr/>
        </p:nvGrpSpPr>
        <p:grpSpPr>
          <a:xfrm>
            <a:off x="754380" y="685800"/>
            <a:ext cx="10492740" cy="901601"/>
            <a:chOff x="0" y="0"/>
            <a:chExt cx="13990320" cy="1202134"/>
          </a:xfrm>
        </p:grpSpPr>
        <p:sp>
          <p:nvSpPr>
            <p:cNvPr id="142" name="Google Shape;142;p3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143" name="Google Shape;143;p3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Journey Ahead</a:t>
              </a:r>
              <a:endParaRPr/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795528" y="1433036"/>
            <a:ext cx="7749540" cy="436718"/>
            <a:chOff x="0" y="-9525"/>
            <a:chExt cx="10332720" cy="582290"/>
          </a:xfrm>
        </p:grpSpPr>
        <p:sp>
          <p:nvSpPr>
            <p:cNvPr id="145" name="Google Shape;145;p3"/>
            <p:cNvSpPr/>
            <p:nvPr/>
          </p:nvSpPr>
          <p:spPr>
            <a:xfrm>
              <a:off x="0" y="0"/>
              <a:ext cx="10332720" cy="572765"/>
            </a:xfrm>
            <a:custGeom>
              <a:rect b="b" l="l" r="r" t="t"/>
              <a:pathLst>
                <a:path extrusionOk="0" h="572765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2765"/>
                  </a:lnTo>
                  <a:lnTo>
                    <a:pt x="0" y="5727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6218" l="0" r="0" t="-306819"/>
              </a:stretch>
            </a:blipFill>
            <a:ln>
              <a:noFill/>
            </a:ln>
          </p:spPr>
        </p:sp>
        <p:sp>
          <p:nvSpPr>
            <p:cNvPr id="146" name="Google Shape;146;p3"/>
            <p:cNvSpPr txBox="1"/>
            <p:nvPr/>
          </p:nvSpPr>
          <p:spPr>
            <a:xfrm>
              <a:off x="0" y="-9525"/>
              <a:ext cx="10332720" cy="5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Four stages of our hackathon</a:t>
              </a:r>
              <a:endParaRPr/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1019175" y="2253615"/>
            <a:ext cx="869442" cy="636270"/>
          </a:xfrm>
          <a:custGeom>
            <a:rect b="b" l="l" r="r" t="t"/>
            <a:pathLst>
              <a:path extrusionOk="0" h="848360" w="1159256">
                <a:moveTo>
                  <a:pt x="0" y="169672"/>
                </a:moveTo>
                <a:cubicBezTo>
                  <a:pt x="0" y="75946"/>
                  <a:pt x="75946" y="0"/>
                  <a:pt x="169672" y="0"/>
                </a:cubicBezTo>
                <a:lnTo>
                  <a:pt x="989584" y="0"/>
                </a:lnTo>
                <a:cubicBezTo>
                  <a:pt x="1083310" y="0"/>
                  <a:pt x="1159256" y="75946"/>
                  <a:pt x="1159256" y="169672"/>
                </a:cubicBezTo>
                <a:lnTo>
                  <a:pt x="1159256" y="678688"/>
                </a:lnTo>
                <a:cubicBezTo>
                  <a:pt x="1159256" y="772414"/>
                  <a:pt x="1083310" y="848360"/>
                  <a:pt x="989584" y="848360"/>
                </a:cubicBezTo>
                <a:lnTo>
                  <a:pt x="169672" y="848360"/>
                </a:lnTo>
                <a:cubicBezTo>
                  <a:pt x="75946" y="848360"/>
                  <a:pt x="0" y="772414"/>
                  <a:pt x="0" y="678688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3"/>
          <p:cNvGrpSpPr/>
          <p:nvPr/>
        </p:nvGrpSpPr>
        <p:grpSpPr>
          <a:xfrm>
            <a:off x="1184148" y="2386013"/>
            <a:ext cx="539496" cy="370904"/>
            <a:chOff x="0" y="-19050"/>
            <a:chExt cx="719328" cy="494538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719328" cy="475488"/>
            </a:xfrm>
            <a:custGeom>
              <a:rect b="b" l="l" r="r" t="t"/>
              <a:pathLst>
                <a:path extrusionOk="0" h="475488" w="719328">
                  <a:moveTo>
                    <a:pt x="0" y="0"/>
                  </a:moveTo>
                  <a:lnTo>
                    <a:pt x="719328" y="0"/>
                  </a:lnTo>
                  <a:lnTo>
                    <a:pt x="719328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4809" r="-34809" t="0"/>
              </a:stretch>
            </a:blipFill>
            <a:ln>
              <a:noFill/>
            </a:ln>
          </p:spPr>
        </p:sp>
        <p:sp>
          <p:nvSpPr>
            <p:cNvPr id="150" name="Google Shape;150;p3"/>
            <p:cNvSpPr txBox="1"/>
            <p:nvPr/>
          </p:nvSpPr>
          <p:spPr>
            <a:xfrm>
              <a:off x="0" y="-19050"/>
              <a:ext cx="719328" cy="494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2167128" y="2120787"/>
            <a:ext cx="6446520" cy="636129"/>
            <a:chOff x="0" y="-19050"/>
            <a:chExt cx="8595360" cy="848171"/>
          </a:xfrm>
        </p:grpSpPr>
        <p:sp>
          <p:nvSpPr>
            <p:cNvPr id="152" name="Google Shape;152;p3"/>
            <p:cNvSpPr/>
            <p:nvPr/>
          </p:nvSpPr>
          <p:spPr>
            <a:xfrm>
              <a:off x="0" y="0"/>
              <a:ext cx="8595360" cy="829121"/>
            </a:xfrm>
            <a:custGeom>
              <a:rect b="b" l="l" r="r" t="t"/>
              <a:pathLst>
                <a:path extrusionOk="0" h="829121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29121"/>
                  </a:lnTo>
                  <a:lnTo>
                    <a:pt x="0" y="82912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7362" l="0" r="0" t="-176629"/>
              </a:stretch>
            </a:blipFill>
            <a:ln>
              <a:noFill/>
            </a:ln>
          </p:spPr>
        </p:sp>
        <p:sp>
          <p:nvSpPr>
            <p:cNvPr id="153" name="Google Shape;153;p3"/>
            <p:cNvSpPr txBox="1"/>
            <p:nvPr/>
          </p:nvSpPr>
          <p:spPr>
            <a:xfrm>
              <a:off x="0" y="-19050"/>
              <a:ext cx="8595360" cy="848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Signing up &amp; choosing a track</a:t>
              </a:r>
              <a:endParaRPr/>
            </a:p>
          </p:txBody>
        </p:sp>
      </p:grpSp>
      <p:grpSp>
        <p:nvGrpSpPr>
          <p:cNvPr id="154" name="Google Shape;154;p3"/>
          <p:cNvGrpSpPr/>
          <p:nvPr/>
        </p:nvGrpSpPr>
        <p:grpSpPr>
          <a:xfrm>
            <a:off x="2167128" y="2708624"/>
            <a:ext cx="6858000" cy="281464"/>
            <a:chOff x="0" y="-9525"/>
            <a:chExt cx="9144000" cy="375285"/>
          </a:xfrm>
        </p:grpSpPr>
        <p:sp>
          <p:nvSpPr>
            <p:cNvPr id="155" name="Google Shape;155;p3"/>
            <p:cNvSpPr/>
            <p:nvPr/>
          </p:nvSpPr>
          <p:spPr>
            <a:xfrm>
              <a:off x="0" y="0"/>
              <a:ext cx="9144000" cy="365760"/>
            </a:xfrm>
            <a:custGeom>
              <a:rect b="b" l="l" r="r" t="t"/>
              <a:pathLst>
                <a:path extrusionOk="0"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7140" l="0" r="0" t="-437140"/>
              </a:stretch>
            </a:blipFill>
            <a:ln>
              <a:noFill/>
            </a:ln>
          </p:spPr>
        </p:sp>
        <p:sp>
          <p:nvSpPr>
            <p:cNvPr id="156" name="Google Shape;156;p3"/>
            <p:cNvSpPr txBox="1"/>
            <p:nvPr/>
          </p:nvSpPr>
          <p:spPr>
            <a:xfrm>
              <a:off x="0" y="-9525"/>
              <a:ext cx="9144000" cy="375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How it all began: nerves, curiosity, a leap.</a:t>
              </a:r>
              <a:endParaRPr/>
            </a:p>
          </p:txBody>
        </p:sp>
      </p:grpSp>
      <p:sp>
        <p:nvSpPr>
          <p:cNvPr id="157" name="Google Shape;157;p3"/>
          <p:cNvSpPr/>
          <p:nvPr/>
        </p:nvSpPr>
        <p:spPr>
          <a:xfrm>
            <a:off x="1019175" y="3872103"/>
            <a:ext cx="869442" cy="636270"/>
          </a:xfrm>
          <a:custGeom>
            <a:rect b="b" l="l" r="r" t="t"/>
            <a:pathLst>
              <a:path extrusionOk="0" h="848360" w="1159256">
                <a:moveTo>
                  <a:pt x="0" y="169672"/>
                </a:moveTo>
                <a:cubicBezTo>
                  <a:pt x="0" y="75946"/>
                  <a:pt x="75946" y="0"/>
                  <a:pt x="169672" y="0"/>
                </a:cubicBezTo>
                <a:lnTo>
                  <a:pt x="989584" y="0"/>
                </a:lnTo>
                <a:cubicBezTo>
                  <a:pt x="1083310" y="0"/>
                  <a:pt x="1159256" y="75946"/>
                  <a:pt x="1159256" y="169672"/>
                </a:cubicBezTo>
                <a:lnTo>
                  <a:pt x="1159256" y="678688"/>
                </a:lnTo>
                <a:cubicBezTo>
                  <a:pt x="1159256" y="772414"/>
                  <a:pt x="1083310" y="848360"/>
                  <a:pt x="989584" y="848360"/>
                </a:cubicBezTo>
                <a:lnTo>
                  <a:pt x="169672" y="848360"/>
                </a:lnTo>
                <a:cubicBezTo>
                  <a:pt x="75946" y="848360"/>
                  <a:pt x="0" y="772414"/>
                  <a:pt x="0" y="678688"/>
                </a:cubicBezTo>
                <a:close/>
              </a:path>
            </a:pathLst>
          </a:custGeom>
          <a:solidFill>
            <a:srgbClr val="8D2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3"/>
          <p:cNvGrpSpPr/>
          <p:nvPr/>
        </p:nvGrpSpPr>
        <p:grpSpPr>
          <a:xfrm>
            <a:off x="2167128" y="3628454"/>
            <a:ext cx="6446520" cy="705803"/>
            <a:chOff x="0" y="-19050"/>
            <a:chExt cx="8595360" cy="941070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8595360" cy="922020"/>
            </a:xfrm>
            <a:custGeom>
              <a:rect b="b" l="l" r="r" t="t"/>
              <a:pathLst>
                <a:path extrusionOk="0" h="9220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22020"/>
                  </a:lnTo>
                  <a:lnTo>
                    <a:pt x="0" y="9220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04458" l="0" r="0" t="-158835"/>
              </a:stretch>
            </a:blipFill>
            <a:ln>
              <a:noFill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19050"/>
              <a:ext cx="8595360" cy="941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Building under pressure</a:t>
              </a: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2167128" y="4327112"/>
            <a:ext cx="6858000" cy="436718"/>
            <a:chOff x="0" y="-9525"/>
            <a:chExt cx="9144000" cy="58229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9144000" cy="572765"/>
            </a:xfrm>
            <a:custGeom>
              <a:rect b="b" l="l" r="r" t="t"/>
              <a:pathLst>
                <a:path extrusionOk="0" h="572765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72765"/>
                  </a:lnTo>
                  <a:lnTo>
                    <a:pt x="0" y="5727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3010" l="0" r="0" t="-279151"/>
              </a:stretch>
            </a:blipFill>
            <a:ln>
              <a:noFill/>
            </a:ln>
          </p:spPr>
        </p:sp>
        <p:sp>
          <p:nvSpPr>
            <p:cNvPr id="163" name="Google Shape;163;p3"/>
            <p:cNvSpPr txBox="1"/>
            <p:nvPr/>
          </p:nvSpPr>
          <p:spPr>
            <a:xfrm>
              <a:off x="0" y="-9525"/>
              <a:ext cx="9144000" cy="5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24 hours of coding, food, and chaos.</a:t>
              </a:r>
              <a:endParaRPr/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1019175" y="5490591"/>
            <a:ext cx="869442" cy="636270"/>
          </a:xfrm>
          <a:custGeom>
            <a:rect b="b" l="l" r="r" t="t"/>
            <a:pathLst>
              <a:path extrusionOk="0" h="848360" w="1159256">
                <a:moveTo>
                  <a:pt x="0" y="169672"/>
                </a:moveTo>
                <a:cubicBezTo>
                  <a:pt x="0" y="75946"/>
                  <a:pt x="75946" y="0"/>
                  <a:pt x="169672" y="0"/>
                </a:cubicBezTo>
                <a:lnTo>
                  <a:pt x="989584" y="0"/>
                </a:lnTo>
                <a:cubicBezTo>
                  <a:pt x="1083310" y="0"/>
                  <a:pt x="1159256" y="75946"/>
                  <a:pt x="1159256" y="169672"/>
                </a:cubicBezTo>
                <a:lnTo>
                  <a:pt x="1159256" y="678688"/>
                </a:lnTo>
                <a:cubicBezTo>
                  <a:pt x="1159256" y="772414"/>
                  <a:pt x="1083310" y="848360"/>
                  <a:pt x="989584" y="848360"/>
                </a:cubicBezTo>
                <a:lnTo>
                  <a:pt x="169672" y="848360"/>
                </a:lnTo>
                <a:cubicBezTo>
                  <a:pt x="75946" y="848360"/>
                  <a:pt x="0" y="772414"/>
                  <a:pt x="0" y="678688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3"/>
          <p:cNvGrpSpPr/>
          <p:nvPr/>
        </p:nvGrpSpPr>
        <p:grpSpPr>
          <a:xfrm>
            <a:off x="2167128" y="5360073"/>
            <a:ext cx="6446520" cy="636129"/>
            <a:chOff x="0" y="-19050"/>
            <a:chExt cx="8595360" cy="848171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8595360" cy="829121"/>
            </a:xfrm>
            <a:custGeom>
              <a:rect b="b" l="l" r="r" t="t"/>
              <a:pathLst>
                <a:path extrusionOk="0" h="829121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29121"/>
                  </a:lnTo>
                  <a:lnTo>
                    <a:pt x="0" y="82912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7362" l="0" r="0" t="-176629"/>
              </a:stretch>
            </a:blipFill>
            <a:ln>
              <a:noFill/>
            </a:ln>
          </p:spPr>
        </p:sp>
        <p:sp>
          <p:nvSpPr>
            <p:cNvPr id="167" name="Google Shape;167;p3"/>
            <p:cNvSpPr txBox="1"/>
            <p:nvPr/>
          </p:nvSpPr>
          <p:spPr>
            <a:xfrm>
              <a:off x="0" y="-19050"/>
              <a:ext cx="8595360" cy="848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Demo day &amp; judging</a:t>
              </a:r>
              <a:endParaRPr/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2167128" y="5945600"/>
            <a:ext cx="6858000" cy="436718"/>
            <a:chOff x="0" y="-9525"/>
            <a:chExt cx="9144000" cy="582290"/>
          </a:xfrm>
        </p:grpSpPr>
        <p:sp>
          <p:nvSpPr>
            <p:cNvPr id="169" name="Google Shape;169;p3"/>
            <p:cNvSpPr/>
            <p:nvPr/>
          </p:nvSpPr>
          <p:spPr>
            <a:xfrm>
              <a:off x="0" y="0"/>
              <a:ext cx="9144000" cy="572765"/>
            </a:xfrm>
            <a:custGeom>
              <a:rect b="b" l="l" r="r" t="t"/>
              <a:pathLst>
                <a:path extrusionOk="0" h="572765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72765"/>
                  </a:lnTo>
                  <a:lnTo>
                    <a:pt x="0" y="5727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3010" l="0" r="0" t="-279151"/>
              </a:stretch>
            </a:blipFill>
            <a:ln>
              <a:noFill/>
            </a:ln>
          </p:spPr>
        </p:sp>
        <p:sp>
          <p:nvSpPr>
            <p:cNvPr id="170" name="Google Shape;170;p3"/>
            <p:cNvSpPr txBox="1"/>
            <p:nvPr/>
          </p:nvSpPr>
          <p:spPr>
            <a:xfrm>
              <a:off x="0" y="-9525"/>
              <a:ext cx="9144000" cy="5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Pitching our idea to the judges.</a:t>
              </a:r>
              <a:endParaRPr/>
            </a:p>
          </p:txBody>
        </p:sp>
      </p:grpSp>
      <p:sp>
        <p:nvSpPr>
          <p:cNvPr id="171" name="Google Shape;171;p3"/>
          <p:cNvSpPr/>
          <p:nvPr/>
        </p:nvSpPr>
        <p:spPr>
          <a:xfrm>
            <a:off x="1019175" y="7109079"/>
            <a:ext cx="869442" cy="636270"/>
          </a:xfrm>
          <a:custGeom>
            <a:rect b="b" l="l" r="r" t="t"/>
            <a:pathLst>
              <a:path extrusionOk="0" h="848360" w="1159256">
                <a:moveTo>
                  <a:pt x="0" y="169672"/>
                </a:moveTo>
                <a:cubicBezTo>
                  <a:pt x="0" y="75946"/>
                  <a:pt x="75946" y="0"/>
                  <a:pt x="169672" y="0"/>
                </a:cubicBezTo>
                <a:lnTo>
                  <a:pt x="989584" y="0"/>
                </a:lnTo>
                <a:cubicBezTo>
                  <a:pt x="1083310" y="0"/>
                  <a:pt x="1159256" y="75946"/>
                  <a:pt x="1159256" y="169672"/>
                </a:cubicBezTo>
                <a:lnTo>
                  <a:pt x="1159256" y="678688"/>
                </a:lnTo>
                <a:cubicBezTo>
                  <a:pt x="1159256" y="772414"/>
                  <a:pt x="1083310" y="848360"/>
                  <a:pt x="989584" y="848360"/>
                </a:cubicBezTo>
                <a:lnTo>
                  <a:pt x="169672" y="848360"/>
                </a:lnTo>
                <a:cubicBezTo>
                  <a:pt x="75946" y="848360"/>
                  <a:pt x="0" y="772414"/>
                  <a:pt x="0" y="678688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3"/>
          <p:cNvGrpSpPr/>
          <p:nvPr/>
        </p:nvGrpSpPr>
        <p:grpSpPr>
          <a:xfrm>
            <a:off x="2167128" y="6992253"/>
            <a:ext cx="6446520" cy="636129"/>
            <a:chOff x="0" y="-19050"/>
            <a:chExt cx="8595360" cy="848171"/>
          </a:xfrm>
        </p:grpSpPr>
        <p:sp>
          <p:nvSpPr>
            <p:cNvPr id="173" name="Google Shape;173;p3"/>
            <p:cNvSpPr/>
            <p:nvPr/>
          </p:nvSpPr>
          <p:spPr>
            <a:xfrm>
              <a:off x="0" y="0"/>
              <a:ext cx="8595360" cy="829121"/>
            </a:xfrm>
            <a:custGeom>
              <a:rect b="b" l="l" r="r" t="t"/>
              <a:pathLst>
                <a:path extrusionOk="0" h="829121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829121"/>
                  </a:lnTo>
                  <a:lnTo>
                    <a:pt x="0" y="82912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7362" l="0" r="0" t="-176629"/>
              </a:stretch>
            </a:blipFill>
            <a:ln>
              <a:noFill/>
            </a:ln>
          </p:spPr>
        </p:sp>
        <p:sp>
          <p:nvSpPr>
            <p:cNvPr id="174" name="Google Shape;174;p3"/>
            <p:cNvSpPr txBox="1"/>
            <p:nvPr/>
          </p:nvSpPr>
          <p:spPr>
            <a:xfrm>
              <a:off x="0" y="-19050"/>
              <a:ext cx="8595360" cy="848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Lessons &amp; reflections</a:t>
              </a:r>
              <a:endParaRPr/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2167128" y="7565799"/>
            <a:ext cx="6858000" cy="436718"/>
            <a:chOff x="0" y="-9525"/>
            <a:chExt cx="9144000" cy="582290"/>
          </a:xfrm>
        </p:grpSpPr>
        <p:sp>
          <p:nvSpPr>
            <p:cNvPr id="176" name="Google Shape;176;p3"/>
            <p:cNvSpPr/>
            <p:nvPr/>
          </p:nvSpPr>
          <p:spPr>
            <a:xfrm>
              <a:off x="0" y="0"/>
              <a:ext cx="9144000" cy="572765"/>
            </a:xfrm>
            <a:custGeom>
              <a:rect b="b" l="l" r="r" t="t"/>
              <a:pathLst>
                <a:path extrusionOk="0" h="572765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72765"/>
                  </a:lnTo>
                  <a:lnTo>
                    <a:pt x="0" y="5727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3010" l="0" r="0" t="-279151"/>
              </a:stretch>
            </a:blipFill>
            <a:ln>
              <a:noFill/>
            </a:ln>
          </p:spPr>
        </p:sp>
        <p:sp>
          <p:nvSpPr>
            <p:cNvPr id="177" name="Google Shape;177;p3"/>
            <p:cNvSpPr txBox="1"/>
            <p:nvPr/>
          </p:nvSpPr>
          <p:spPr>
            <a:xfrm>
              <a:off x="0" y="-9525"/>
              <a:ext cx="9144000" cy="5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What we'd tell my past self before day one.</a:t>
              </a:r>
              <a:endParaRPr/>
            </a:p>
          </p:txBody>
        </p:sp>
      </p:grpSp>
      <p:sp>
        <p:nvSpPr>
          <p:cNvPr descr="/mnt/data/a_clean_colorful_split_infographic_illustration_i.png" id="178" name="Google Shape;178;p3"/>
          <p:cNvSpPr/>
          <p:nvPr/>
        </p:nvSpPr>
        <p:spPr>
          <a:xfrm>
            <a:off x="10081260" y="1947672"/>
            <a:ext cx="7269480" cy="6172200"/>
          </a:xfrm>
          <a:custGeom>
            <a:rect b="b" l="l" r="r" t="t"/>
            <a:pathLst>
              <a:path extrusionOk="0" h="8229600" w="9692640">
                <a:moveTo>
                  <a:pt x="0" y="0"/>
                </a:moveTo>
                <a:lnTo>
                  <a:pt x="9692640" y="0"/>
                </a:lnTo>
                <a:lnTo>
                  <a:pt x="969264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5431" r="-25431" t="0"/>
            </a:stretch>
          </a:blipFill>
          <a:ln>
            <a:noFill/>
          </a:ln>
        </p:spPr>
      </p:sp>
      <p:sp>
        <p:nvSpPr>
          <p:cNvPr id="179" name="Google Shape;179;p3"/>
          <p:cNvSpPr/>
          <p:nvPr/>
        </p:nvSpPr>
        <p:spPr>
          <a:xfrm>
            <a:off x="10071735" y="2001126"/>
            <a:ext cx="7288530" cy="6191250"/>
          </a:xfrm>
          <a:custGeom>
            <a:rect b="b" l="l" r="r" t="t"/>
            <a:pathLst>
              <a:path extrusionOk="0" h="8255000" w="9718040">
                <a:moveTo>
                  <a:pt x="0" y="330200"/>
                </a:moveTo>
                <a:cubicBezTo>
                  <a:pt x="0" y="147828"/>
                  <a:pt x="147828" y="0"/>
                  <a:pt x="330200" y="0"/>
                </a:cubicBezTo>
                <a:lnTo>
                  <a:pt x="9387840" y="0"/>
                </a:lnTo>
                <a:cubicBezTo>
                  <a:pt x="9570212" y="0"/>
                  <a:pt x="9718040" y="147828"/>
                  <a:pt x="9718040" y="330200"/>
                </a:cubicBezTo>
                <a:lnTo>
                  <a:pt x="9718040" y="7924800"/>
                </a:lnTo>
                <a:cubicBezTo>
                  <a:pt x="9718040" y="8107172"/>
                  <a:pt x="9570212" y="8255000"/>
                  <a:pt x="9387840" y="8255000"/>
                </a:cubicBezTo>
                <a:lnTo>
                  <a:pt x="330200" y="8255000"/>
                </a:lnTo>
                <a:cubicBezTo>
                  <a:pt x="147828" y="8255000"/>
                  <a:pt x="0" y="8107172"/>
                  <a:pt x="0" y="7924800"/>
                </a:cubicBez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0" l="-58985" r="-58985" t="0"/>
            </a:stretch>
          </a:blipFill>
          <a:ln cap="sq" cmpd="sng" w="19050">
            <a:solidFill>
              <a:srgbClr val="8D2AF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3"/>
          <p:cNvGrpSpPr/>
          <p:nvPr/>
        </p:nvGrpSpPr>
        <p:grpSpPr>
          <a:xfrm>
            <a:off x="1163574" y="3993071"/>
            <a:ext cx="539496" cy="370904"/>
            <a:chOff x="0" y="-19050"/>
            <a:chExt cx="719328" cy="494538"/>
          </a:xfrm>
        </p:grpSpPr>
        <p:sp>
          <p:nvSpPr>
            <p:cNvPr id="181" name="Google Shape;181;p3"/>
            <p:cNvSpPr/>
            <p:nvPr/>
          </p:nvSpPr>
          <p:spPr>
            <a:xfrm>
              <a:off x="0" y="0"/>
              <a:ext cx="719328" cy="475488"/>
            </a:xfrm>
            <a:custGeom>
              <a:rect b="b" l="l" r="r" t="t"/>
              <a:pathLst>
                <a:path extrusionOk="0" h="475488" w="719328">
                  <a:moveTo>
                    <a:pt x="0" y="0"/>
                  </a:moveTo>
                  <a:lnTo>
                    <a:pt x="719328" y="0"/>
                  </a:lnTo>
                  <a:lnTo>
                    <a:pt x="719328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4809" r="-34809" t="0"/>
              </a:stretch>
            </a:blipFill>
            <a:ln>
              <a:noFill/>
            </a:ln>
          </p:spPr>
        </p:sp>
        <p:sp>
          <p:nvSpPr>
            <p:cNvPr id="182" name="Google Shape;182;p3"/>
            <p:cNvSpPr txBox="1"/>
            <p:nvPr/>
          </p:nvSpPr>
          <p:spPr>
            <a:xfrm>
              <a:off x="0" y="-19050"/>
              <a:ext cx="719328" cy="494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</p:grpSp>
      <p:grpSp>
        <p:nvGrpSpPr>
          <p:cNvPr id="183" name="Google Shape;183;p3"/>
          <p:cNvGrpSpPr/>
          <p:nvPr/>
        </p:nvGrpSpPr>
        <p:grpSpPr>
          <a:xfrm>
            <a:off x="1163574" y="5616131"/>
            <a:ext cx="539496" cy="370903"/>
            <a:chOff x="0" y="-19050"/>
            <a:chExt cx="719328" cy="494538"/>
          </a:xfrm>
        </p:grpSpPr>
        <p:sp>
          <p:nvSpPr>
            <p:cNvPr id="184" name="Google Shape;184;p3"/>
            <p:cNvSpPr/>
            <p:nvPr/>
          </p:nvSpPr>
          <p:spPr>
            <a:xfrm>
              <a:off x="0" y="0"/>
              <a:ext cx="719328" cy="475488"/>
            </a:xfrm>
            <a:custGeom>
              <a:rect b="b" l="l" r="r" t="t"/>
              <a:pathLst>
                <a:path extrusionOk="0" h="475488" w="719328">
                  <a:moveTo>
                    <a:pt x="0" y="0"/>
                  </a:moveTo>
                  <a:lnTo>
                    <a:pt x="719328" y="0"/>
                  </a:lnTo>
                  <a:lnTo>
                    <a:pt x="719328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4809" r="-34809" t="0"/>
              </a:stretch>
            </a:blipFill>
            <a:ln>
              <a:noFill/>
            </a:ln>
          </p:spPr>
        </p:sp>
        <p:sp>
          <p:nvSpPr>
            <p:cNvPr id="185" name="Google Shape;185;p3"/>
            <p:cNvSpPr txBox="1"/>
            <p:nvPr/>
          </p:nvSpPr>
          <p:spPr>
            <a:xfrm>
              <a:off x="0" y="-19050"/>
              <a:ext cx="719328" cy="494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grpSp>
        <p:nvGrpSpPr>
          <p:cNvPr id="186" name="Google Shape;186;p3"/>
          <p:cNvGrpSpPr/>
          <p:nvPr/>
        </p:nvGrpSpPr>
        <p:grpSpPr>
          <a:xfrm>
            <a:off x="1170432" y="7257479"/>
            <a:ext cx="539496" cy="370904"/>
            <a:chOff x="0" y="-19050"/>
            <a:chExt cx="719328" cy="494538"/>
          </a:xfrm>
        </p:grpSpPr>
        <p:sp>
          <p:nvSpPr>
            <p:cNvPr id="187" name="Google Shape;187;p3"/>
            <p:cNvSpPr/>
            <p:nvPr/>
          </p:nvSpPr>
          <p:spPr>
            <a:xfrm>
              <a:off x="0" y="0"/>
              <a:ext cx="719328" cy="475488"/>
            </a:xfrm>
            <a:custGeom>
              <a:rect b="b" l="l" r="r" t="t"/>
              <a:pathLst>
                <a:path extrusionOk="0" h="475488" w="719328">
                  <a:moveTo>
                    <a:pt x="0" y="0"/>
                  </a:moveTo>
                  <a:lnTo>
                    <a:pt x="719328" y="0"/>
                  </a:lnTo>
                  <a:lnTo>
                    <a:pt x="719328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34809" r="-34809" t="0"/>
              </a:stretch>
            </a:blipFill>
            <a:ln>
              <a:noFill/>
            </a:ln>
          </p:spPr>
        </p:sp>
        <p:sp>
          <p:nvSpPr>
            <p:cNvPr id="188" name="Google Shape;188;p3"/>
            <p:cNvSpPr txBox="1"/>
            <p:nvPr/>
          </p:nvSpPr>
          <p:spPr>
            <a:xfrm>
              <a:off x="0" y="-19050"/>
              <a:ext cx="719328" cy="494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4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198" name="Google Shape;198;p4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199" name="Google Shape;199;p4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10</a:t>
              </a:r>
              <a:endParaRPr/>
            </a:p>
          </p:txBody>
        </p:sp>
      </p:grpSp>
      <p:sp>
        <p:nvSpPr>
          <p:cNvPr id="200" name="Google Shape;200;p4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201" name="Google Shape;201;p4"/>
          <p:cNvSpPr/>
          <p:nvPr/>
        </p:nvSpPr>
        <p:spPr>
          <a:xfrm>
            <a:off x="457200" y="934531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202" name="Google Shape;202;p4"/>
          <p:cNvGrpSpPr/>
          <p:nvPr/>
        </p:nvGrpSpPr>
        <p:grpSpPr>
          <a:xfrm>
            <a:off x="1165860" y="620875"/>
            <a:ext cx="10492740" cy="901601"/>
            <a:chOff x="0" y="0"/>
            <a:chExt cx="13990320" cy="1202134"/>
          </a:xfrm>
        </p:grpSpPr>
        <p:sp>
          <p:nvSpPr>
            <p:cNvPr id="203" name="Google Shape;203;p4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204" name="Google Shape;204;p4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Why Did We Join? </a:t>
              </a:r>
              <a:endParaRPr/>
            </a:p>
          </p:txBody>
        </p:sp>
      </p:grpSp>
      <p:grpSp>
        <p:nvGrpSpPr>
          <p:cNvPr id="205" name="Google Shape;205;p4"/>
          <p:cNvGrpSpPr/>
          <p:nvPr/>
        </p:nvGrpSpPr>
        <p:grpSpPr>
          <a:xfrm>
            <a:off x="1648682" y="2307816"/>
            <a:ext cx="13529150" cy="5478487"/>
            <a:chOff x="0" y="-257175"/>
            <a:chExt cx="18038866" cy="7304649"/>
          </a:xfrm>
        </p:grpSpPr>
        <p:sp>
          <p:nvSpPr>
            <p:cNvPr id="206" name="Google Shape;206;p4"/>
            <p:cNvSpPr/>
            <p:nvPr/>
          </p:nvSpPr>
          <p:spPr>
            <a:xfrm>
              <a:off x="0" y="0"/>
              <a:ext cx="18038866" cy="7047474"/>
            </a:xfrm>
            <a:custGeom>
              <a:rect b="b" l="l" r="r" t="t"/>
              <a:pathLst>
                <a:path extrusionOk="0" h="7047474" w="18038866">
                  <a:moveTo>
                    <a:pt x="0" y="0"/>
                  </a:moveTo>
                  <a:lnTo>
                    <a:pt x="18038866" y="0"/>
                  </a:lnTo>
                  <a:lnTo>
                    <a:pt x="18038866" y="7047474"/>
                  </a:lnTo>
                  <a:lnTo>
                    <a:pt x="0" y="7047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2530" l="-3658" r="36019" t="0"/>
              </a:stretch>
            </a:blipFill>
            <a:ln>
              <a:noFill/>
            </a:ln>
          </p:spPr>
        </p:sp>
        <p:sp>
          <p:nvSpPr>
            <p:cNvPr id="207" name="Google Shape;207;p4"/>
            <p:cNvSpPr txBox="1"/>
            <p:nvPr/>
          </p:nvSpPr>
          <p:spPr>
            <a:xfrm>
              <a:off x="0" y="-257175"/>
              <a:ext cx="18038866" cy="7304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53390" lvl="1" marL="90678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Challenge ourselves beyond the classroom.</a:t>
              </a:r>
              <a:endParaRPr/>
            </a:p>
            <a:p>
              <a:pPr indent="-453390" lvl="1" marL="90678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Gain hands-on experience with AI and AWS </a:t>
              </a:r>
              <a:endParaRPr/>
            </a:p>
            <a:p>
              <a:pPr indent="-453390" lvl="1" marL="90678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Learn how real hackathons work </a:t>
              </a:r>
              <a:endParaRPr/>
            </a:p>
            <a:p>
              <a:pPr indent="-453390" lvl="1" marL="90678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Build an end-to-end MVP under time pressure </a:t>
              </a:r>
              <a:endParaRPr/>
            </a:p>
            <a:p>
              <a:pPr indent="-453390" lvl="1" marL="906780" marR="0" rtl="0" algn="l">
                <a:lnSpc>
                  <a:spcPct val="13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Collaborate with teammates in a fast-paced environment</a:t>
              </a:r>
              <a:endParaRPr/>
            </a:p>
          </p:txBody>
        </p:sp>
      </p:grpSp>
      <p:sp>
        <p:nvSpPr>
          <p:cNvPr id="208" name="Google Shape;208;p4"/>
          <p:cNvSpPr txBox="1"/>
          <p:nvPr/>
        </p:nvSpPr>
        <p:spPr>
          <a:xfrm>
            <a:off x="3086100" y="9457576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8" name="Google Shape;218;p5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219" name="Google Shape;219;p5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220" name="Google Shape;220;p5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3</a:t>
              </a:r>
              <a:endParaRPr/>
            </a:p>
          </p:txBody>
        </p:sp>
      </p:grpSp>
      <p:sp>
        <p:nvSpPr>
          <p:cNvPr id="221" name="Google Shape;221;p5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222" name="Google Shape;222;p5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223" name="Google Shape;223;p5"/>
          <p:cNvGrpSpPr/>
          <p:nvPr/>
        </p:nvGrpSpPr>
        <p:grpSpPr>
          <a:xfrm>
            <a:off x="1003040" y="676751"/>
            <a:ext cx="10492740" cy="630936"/>
            <a:chOff x="0" y="0"/>
            <a:chExt cx="13990320" cy="841248"/>
          </a:xfrm>
        </p:grpSpPr>
        <p:sp>
          <p:nvSpPr>
            <p:cNvPr id="224" name="Google Shape;224;p5"/>
            <p:cNvSpPr/>
            <p:nvPr/>
          </p:nvSpPr>
          <p:spPr>
            <a:xfrm>
              <a:off x="0" y="0"/>
              <a:ext cx="13990320" cy="841248"/>
            </a:xfrm>
            <a:custGeom>
              <a:rect b="b" l="l" r="r" t="t"/>
              <a:pathLst>
                <a:path extrusionOk="0" h="841248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841248"/>
                  </a:lnTo>
                  <a:lnTo>
                    <a:pt x="0" y="8412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74044" l="0" r="0" t="-274044"/>
              </a:stretch>
            </a:blipFill>
            <a:ln>
              <a:noFill/>
            </a:ln>
          </p:spPr>
        </p:sp>
        <p:sp>
          <p:nvSpPr>
            <p:cNvPr id="225" name="Google Shape;225;p5"/>
            <p:cNvSpPr txBox="1"/>
            <p:nvPr/>
          </p:nvSpPr>
          <p:spPr>
            <a:xfrm>
              <a:off x="0" y="0"/>
              <a:ext cx="13990320" cy="841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Fears Before Day One</a:t>
              </a:r>
              <a:endParaRPr/>
            </a:p>
          </p:txBody>
        </p:sp>
      </p:grpSp>
      <p:grpSp>
        <p:nvGrpSpPr>
          <p:cNvPr id="226" name="Google Shape;226;p5"/>
          <p:cNvGrpSpPr/>
          <p:nvPr/>
        </p:nvGrpSpPr>
        <p:grpSpPr>
          <a:xfrm>
            <a:off x="1003040" y="1466761"/>
            <a:ext cx="11202239" cy="317945"/>
            <a:chOff x="0" y="-9525"/>
            <a:chExt cx="14936319" cy="423926"/>
          </a:xfrm>
        </p:grpSpPr>
        <p:sp>
          <p:nvSpPr>
            <p:cNvPr id="227" name="Google Shape;227;p5"/>
            <p:cNvSpPr/>
            <p:nvPr/>
          </p:nvSpPr>
          <p:spPr>
            <a:xfrm>
              <a:off x="0" y="0"/>
              <a:ext cx="14936319" cy="414400"/>
            </a:xfrm>
            <a:custGeom>
              <a:rect b="b" l="l" r="r" t="t"/>
              <a:pathLst>
                <a:path extrusionOk="0" h="414400" w="14936319">
                  <a:moveTo>
                    <a:pt x="0" y="0"/>
                  </a:moveTo>
                  <a:lnTo>
                    <a:pt x="14936319" y="0"/>
                  </a:lnTo>
                  <a:lnTo>
                    <a:pt x="14936319" y="414400"/>
                  </a:lnTo>
                  <a:lnTo>
                    <a:pt x="0" y="414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52247" l="0" r="0" t="-652247"/>
              </a:stretch>
            </a:blipFill>
            <a:ln>
              <a:noFill/>
            </a:ln>
          </p:spPr>
        </p:sp>
        <p:sp>
          <p:nvSpPr>
            <p:cNvPr id="228" name="Google Shape;228;p5"/>
            <p:cNvSpPr txBox="1"/>
            <p:nvPr/>
          </p:nvSpPr>
          <p:spPr>
            <a:xfrm>
              <a:off x="0" y="-9525"/>
              <a:ext cx="14936318" cy="423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Every first-timer faces the same doubts before starting.</a:t>
              </a:r>
              <a:endParaRPr/>
            </a:p>
          </p:txBody>
        </p:sp>
      </p:grpSp>
      <p:sp>
        <p:nvSpPr>
          <p:cNvPr id="229" name="Google Shape;229;p5"/>
          <p:cNvSpPr/>
          <p:nvPr/>
        </p:nvSpPr>
        <p:spPr>
          <a:xfrm>
            <a:off x="1431699" y="4378907"/>
            <a:ext cx="2858745" cy="1529186"/>
          </a:xfrm>
          <a:custGeom>
            <a:rect b="b" l="l" r="r" t="t"/>
            <a:pathLst>
              <a:path extrusionOk="0" h="1305560" w="2440686">
                <a:moveTo>
                  <a:pt x="0" y="395605"/>
                </a:moveTo>
                <a:cubicBezTo>
                  <a:pt x="0" y="177165"/>
                  <a:pt x="177165" y="0"/>
                  <a:pt x="395605" y="0"/>
                </a:cubicBezTo>
                <a:lnTo>
                  <a:pt x="2045081" y="0"/>
                </a:lnTo>
                <a:cubicBezTo>
                  <a:pt x="2263521" y="0"/>
                  <a:pt x="2440686" y="177165"/>
                  <a:pt x="2440686" y="395605"/>
                </a:cubicBezTo>
                <a:lnTo>
                  <a:pt x="2440686" y="909955"/>
                </a:lnTo>
                <a:cubicBezTo>
                  <a:pt x="2440686" y="1128395"/>
                  <a:pt x="2263521" y="1305560"/>
                  <a:pt x="2045081" y="1305560"/>
                </a:cubicBezTo>
                <a:lnTo>
                  <a:pt x="395605" y="1305560"/>
                </a:lnTo>
                <a:cubicBezTo>
                  <a:pt x="177165" y="1305560"/>
                  <a:pt x="0" y="1128395"/>
                  <a:pt x="0" y="909955"/>
                </a:cubicBezTo>
                <a:close/>
              </a:path>
            </a:pathLst>
          </a:custGeom>
          <a:solidFill>
            <a:srgbClr val="FF9900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5"/>
          <p:cNvGrpSpPr/>
          <p:nvPr/>
        </p:nvGrpSpPr>
        <p:grpSpPr>
          <a:xfrm>
            <a:off x="1591824" y="4470010"/>
            <a:ext cx="2538495" cy="1330626"/>
            <a:chOff x="0" y="-9525"/>
            <a:chExt cx="2194560" cy="1150342"/>
          </a:xfrm>
        </p:grpSpPr>
        <p:sp>
          <p:nvSpPr>
            <p:cNvPr id="231" name="Google Shape;231;p5"/>
            <p:cNvSpPr/>
            <p:nvPr/>
          </p:nvSpPr>
          <p:spPr>
            <a:xfrm>
              <a:off x="0" y="0"/>
              <a:ext cx="2194560" cy="1140816"/>
            </a:xfrm>
            <a:custGeom>
              <a:rect b="b" l="l" r="r" t="t"/>
              <a:pathLst>
                <a:path extrusionOk="0" h="11408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140816"/>
                  </a:lnTo>
                  <a:lnTo>
                    <a:pt x="0" y="114081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0484" l="-9704" r="-9704" t="0"/>
              </a:stretch>
            </a:blipFill>
            <a:ln>
              <a:noFill/>
            </a:ln>
          </p:spPr>
        </p:sp>
        <p:sp>
          <p:nvSpPr>
            <p:cNvPr id="232" name="Google Shape;232;p5"/>
            <p:cNvSpPr txBox="1"/>
            <p:nvPr/>
          </p:nvSpPr>
          <p:spPr>
            <a:xfrm>
              <a:off x="0" y="-9525"/>
              <a:ext cx="2194560" cy="1150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Not skilled enough</a:t>
              </a:r>
              <a:endParaRPr/>
            </a:p>
          </p:txBody>
        </p:sp>
      </p:grpSp>
      <p:grpSp>
        <p:nvGrpSpPr>
          <p:cNvPr id="233" name="Google Shape;233;p5"/>
          <p:cNvGrpSpPr/>
          <p:nvPr/>
        </p:nvGrpSpPr>
        <p:grpSpPr>
          <a:xfrm>
            <a:off x="14368027" y="4481028"/>
            <a:ext cx="2752352" cy="1523791"/>
            <a:chOff x="0" y="0"/>
            <a:chExt cx="3669803" cy="2031722"/>
          </a:xfrm>
        </p:grpSpPr>
        <p:sp>
          <p:nvSpPr>
            <p:cNvPr id="234" name="Google Shape;234;p5"/>
            <p:cNvSpPr/>
            <p:nvPr/>
          </p:nvSpPr>
          <p:spPr>
            <a:xfrm>
              <a:off x="0" y="0"/>
              <a:ext cx="3669803" cy="2031722"/>
            </a:xfrm>
            <a:custGeom>
              <a:rect b="b" l="l" r="r" t="t"/>
              <a:pathLst>
                <a:path extrusionOk="0" h="1320165" w="2384552">
                  <a:moveTo>
                    <a:pt x="0" y="400050"/>
                  </a:moveTo>
                  <a:cubicBezTo>
                    <a:pt x="0" y="179070"/>
                    <a:pt x="179070" y="0"/>
                    <a:pt x="400050" y="0"/>
                  </a:cubicBezTo>
                  <a:lnTo>
                    <a:pt x="1984502" y="0"/>
                  </a:lnTo>
                  <a:cubicBezTo>
                    <a:pt x="2205482" y="0"/>
                    <a:pt x="2384552" y="179070"/>
                    <a:pt x="2384552" y="400050"/>
                  </a:cubicBezTo>
                  <a:lnTo>
                    <a:pt x="2384552" y="920115"/>
                  </a:lnTo>
                  <a:cubicBezTo>
                    <a:pt x="2384552" y="1141095"/>
                    <a:pt x="2205482" y="1320165"/>
                    <a:pt x="1984502" y="1320165"/>
                  </a:cubicBezTo>
                  <a:lnTo>
                    <a:pt x="400050" y="1320165"/>
                  </a:lnTo>
                  <a:cubicBezTo>
                    <a:pt x="179070" y="1320165"/>
                    <a:pt x="0" y="1141095"/>
                    <a:pt x="0" y="920115"/>
                  </a:cubicBezTo>
                  <a:close/>
                </a:path>
              </a:pathLst>
            </a:custGeom>
            <a:solidFill>
              <a:srgbClr val="C13CA8"/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" name="Google Shape;235;p5"/>
            <p:cNvGrpSpPr/>
            <p:nvPr/>
          </p:nvGrpSpPr>
          <p:grpSpPr>
            <a:xfrm>
              <a:off x="263260" y="235538"/>
              <a:ext cx="3258695" cy="1439823"/>
              <a:chOff x="0" y="-9525"/>
              <a:chExt cx="2194560" cy="969645"/>
            </a:xfrm>
          </p:grpSpPr>
          <p:sp>
            <p:nvSpPr>
              <p:cNvPr id="236" name="Google Shape;236;p5"/>
              <p:cNvSpPr/>
              <p:nvPr/>
            </p:nvSpPr>
            <p:spPr>
              <a:xfrm>
                <a:off x="0" y="0"/>
                <a:ext cx="2194560" cy="960120"/>
              </a:xfrm>
              <a:custGeom>
                <a:rect b="b" l="l" r="r" t="t"/>
                <a:pathLst>
                  <a:path extrusionOk="0" h="960120" w="2194560">
                    <a:moveTo>
                      <a:pt x="0" y="0"/>
                    </a:moveTo>
                    <a:lnTo>
                      <a:pt x="2194560" y="0"/>
                    </a:lnTo>
                    <a:lnTo>
                      <a:pt x="2194560" y="960120"/>
                    </a:lnTo>
                    <a:lnTo>
                      <a:pt x="0" y="96012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0" l="-6132" r="-6132" t="0"/>
                </a:stretch>
              </a:blipFill>
              <a:ln>
                <a:noFill/>
              </a:ln>
            </p:spPr>
          </p:sp>
          <p:sp>
            <p:nvSpPr>
              <p:cNvPr id="237" name="Google Shape;237;p5"/>
              <p:cNvSpPr txBox="1"/>
              <p:nvPr/>
            </p:nvSpPr>
            <p:spPr>
              <a:xfrm>
                <a:off x="0" y="-9525"/>
                <a:ext cx="2194560" cy="969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3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Clueless</a:t>
                </a:r>
                <a:endParaRPr/>
              </a:p>
            </p:txBody>
          </p:sp>
        </p:grpSp>
      </p:grpSp>
      <p:sp>
        <p:nvSpPr>
          <p:cNvPr id="238" name="Google Shape;238;p5"/>
          <p:cNvSpPr/>
          <p:nvPr/>
        </p:nvSpPr>
        <p:spPr>
          <a:xfrm>
            <a:off x="5547642" y="4481028"/>
            <a:ext cx="2889978" cy="1523850"/>
          </a:xfrm>
          <a:custGeom>
            <a:rect b="b" l="l" r="r" t="t"/>
            <a:pathLst>
              <a:path extrusionOk="0" h="1305560" w="2475992">
                <a:moveTo>
                  <a:pt x="0" y="395605"/>
                </a:moveTo>
                <a:cubicBezTo>
                  <a:pt x="0" y="177165"/>
                  <a:pt x="177165" y="0"/>
                  <a:pt x="395605" y="0"/>
                </a:cubicBezTo>
                <a:lnTo>
                  <a:pt x="2080387" y="0"/>
                </a:lnTo>
                <a:cubicBezTo>
                  <a:pt x="2298827" y="0"/>
                  <a:pt x="2475992" y="177165"/>
                  <a:pt x="2475992" y="395605"/>
                </a:cubicBezTo>
                <a:lnTo>
                  <a:pt x="2475992" y="909955"/>
                </a:lnTo>
                <a:cubicBezTo>
                  <a:pt x="2475992" y="1128395"/>
                  <a:pt x="2298827" y="1305560"/>
                  <a:pt x="2080387" y="1305560"/>
                </a:cubicBezTo>
                <a:lnTo>
                  <a:pt x="395605" y="1305560"/>
                </a:lnTo>
                <a:cubicBezTo>
                  <a:pt x="177165" y="1305560"/>
                  <a:pt x="0" y="1128395"/>
                  <a:pt x="0" y="909955"/>
                </a:cubicBezTo>
                <a:close/>
              </a:path>
            </a:pathLst>
          </a:custGeom>
          <a:solidFill>
            <a:srgbClr val="2563EB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5"/>
          <p:cNvGrpSpPr/>
          <p:nvPr/>
        </p:nvGrpSpPr>
        <p:grpSpPr>
          <a:xfrm>
            <a:off x="5754577" y="4666172"/>
            <a:ext cx="2561491" cy="1131770"/>
            <a:chOff x="0" y="-9525"/>
            <a:chExt cx="2194560" cy="969645"/>
          </a:xfrm>
        </p:grpSpPr>
        <p:sp>
          <p:nvSpPr>
            <p:cNvPr id="240" name="Google Shape;240;p5"/>
            <p:cNvSpPr/>
            <p:nvPr/>
          </p:nvSpPr>
          <p:spPr>
            <a:xfrm>
              <a:off x="0" y="0"/>
              <a:ext cx="2194560" cy="960118"/>
            </a:xfrm>
            <a:custGeom>
              <a:rect b="b" l="l" r="r" t="t"/>
              <a:pathLst>
                <a:path extrusionOk="0" h="96011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60118"/>
                  </a:lnTo>
                  <a:lnTo>
                    <a:pt x="0" y="96011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6132" r="-6132" t="0"/>
              </a:stretch>
            </a:blipFill>
            <a:ln>
              <a:noFill/>
            </a:ln>
          </p:spPr>
        </p:sp>
        <p:sp>
          <p:nvSpPr>
            <p:cNvPr id="241" name="Google Shape;241;p5"/>
            <p:cNvSpPr txBox="1"/>
            <p:nvPr/>
          </p:nvSpPr>
          <p:spPr>
            <a:xfrm>
              <a:off x="0" y="-9525"/>
              <a:ext cx="2194560" cy="969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Too little time</a:t>
              </a:r>
              <a:endParaRPr/>
            </a:p>
          </p:txBody>
        </p:sp>
      </p:grpSp>
      <p:grpSp>
        <p:nvGrpSpPr>
          <p:cNvPr id="242" name="Google Shape;242;p5"/>
          <p:cNvGrpSpPr/>
          <p:nvPr/>
        </p:nvGrpSpPr>
        <p:grpSpPr>
          <a:xfrm>
            <a:off x="9904470" y="4481028"/>
            <a:ext cx="2996707" cy="1523850"/>
            <a:chOff x="0" y="0"/>
            <a:chExt cx="3995609" cy="2031800"/>
          </a:xfrm>
        </p:grpSpPr>
        <p:sp>
          <p:nvSpPr>
            <p:cNvPr id="243" name="Google Shape;243;p5"/>
            <p:cNvSpPr/>
            <p:nvPr/>
          </p:nvSpPr>
          <p:spPr>
            <a:xfrm>
              <a:off x="0" y="0"/>
              <a:ext cx="3995609" cy="2031800"/>
            </a:xfrm>
            <a:custGeom>
              <a:rect b="b" l="l" r="r" t="t"/>
              <a:pathLst>
                <a:path extrusionOk="0" h="1305560" w="2567432">
                  <a:moveTo>
                    <a:pt x="0" y="395605"/>
                  </a:moveTo>
                  <a:cubicBezTo>
                    <a:pt x="0" y="177165"/>
                    <a:pt x="177165" y="0"/>
                    <a:pt x="395605" y="0"/>
                  </a:cubicBezTo>
                  <a:lnTo>
                    <a:pt x="2171827" y="0"/>
                  </a:lnTo>
                  <a:cubicBezTo>
                    <a:pt x="2390267" y="0"/>
                    <a:pt x="2567432" y="177165"/>
                    <a:pt x="2567432" y="395605"/>
                  </a:cubicBezTo>
                  <a:lnTo>
                    <a:pt x="2567432" y="909955"/>
                  </a:lnTo>
                  <a:cubicBezTo>
                    <a:pt x="2567432" y="1128395"/>
                    <a:pt x="2390267" y="1305560"/>
                    <a:pt x="2171827" y="1305560"/>
                  </a:cubicBezTo>
                  <a:lnTo>
                    <a:pt x="395605" y="1305560"/>
                  </a:lnTo>
                  <a:cubicBezTo>
                    <a:pt x="177165" y="1305560"/>
                    <a:pt x="0" y="1128395"/>
                    <a:pt x="0" y="909955"/>
                  </a:cubicBezTo>
                  <a:close/>
                </a:path>
              </a:pathLst>
            </a:custGeom>
            <a:solidFill>
              <a:srgbClr val="10B981"/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4" name="Google Shape;244;p5"/>
            <p:cNvGrpSpPr/>
            <p:nvPr/>
          </p:nvGrpSpPr>
          <p:grpSpPr>
            <a:xfrm>
              <a:off x="275914" y="246860"/>
              <a:ext cx="3415321" cy="1509026"/>
              <a:chOff x="0" y="-9525"/>
              <a:chExt cx="2194560" cy="969645"/>
            </a:xfrm>
          </p:grpSpPr>
          <p:sp>
            <p:nvSpPr>
              <p:cNvPr id="245" name="Google Shape;245;p5"/>
              <p:cNvSpPr/>
              <p:nvPr/>
            </p:nvSpPr>
            <p:spPr>
              <a:xfrm>
                <a:off x="0" y="0"/>
                <a:ext cx="2194560" cy="960116"/>
              </a:xfrm>
              <a:custGeom>
                <a:rect b="b" l="l" r="r" t="t"/>
                <a:pathLst>
                  <a:path extrusionOk="0" h="960116" w="2194560">
                    <a:moveTo>
                      <a:pt x="0" y="0"/>
                    </a:moveTo>
                    <a:lnTo>
                      <a:pt x="2194560" y="0"/>
                    </a:lnTo>
                    <a:lnTo>
                      <a:pt x="2194560" y="960116"/>
                    </a:lnTo>
                    <a:lnTo>
                      <a:pt x="0" y="960116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0" l="-6132" r="-6132" t="0"/>
                </a:stretch>
              </a:blipFill>
              <a:ln>
                <a:noFill/>
              </a:ln>
            </p:spPr>
          </p:sp>
          <p:sp>
            <p:nvSpPr>
              <p:cNvPr id="246" name="Google Shape;246;p5"/>
              <p:cNvSpPr txBox="1"/>
              <p:nvPr/>
            </p:nvSpPr>
            <p:spPr>
              <a:xfrm>
                <a:off x="0" y="-9525"/>
                <a:ext cx="2194560" cy="969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3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Fear of failing</a:t>
                </a:r>
                <a:endParaRPr/>
              </a:p>
            </p:txBody>
          </p:sp>
        </p:grpSp>
      </p:grpSp>
      <p:sp>
        <p:nvSpPr>
          <p:cNvPr id="247" name="Google Shape;247;p5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6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257" name="Google Shape;257;p6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258" name="Google Shape;258;p6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9</a:t>
              </a:r>
              <a:endParaRPr/>
            </a:p>
          </p:txBody>
        </p:sp>
      </p:grpSp>
      <p:sp>
        <p:nvSpPr>
          <p:cNvPr id="259" name="Google Shape;259;p6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260" name="Google Shape;260;p6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261" name="Google Shape;261;p6"/>
          <p:cNvGrpSpPr/>
          <p:nvPr/>
        </p:nvGrpSpPr>
        <p:grpSpPr>
          <a:xfrm>
            <a:off x="1239012" y="695134"/>
            <a:ext cx="10492740" cy="630936"/>
            <a:chOff x="0" y="0"/>
            <a:chExt cx="13990320" cy="841248"/>
          </a:xfrm>
        </p:grpSpPr>
        <p:sp>
          <p:nvSpPr>
            <p:cNvPr id="262" name="Google Shape;262;p6"/>
            <p:cNvSpPr/>
            <p:nvPr/>
          </p:nvSpPr>
          <p:spPr>
            <a:xfrm>
              <a:off x="0" y="0"/>
              <a:ext cx="13990320" cy="841248"/>
            </a:xfrm>
            <a:custGeom>
              <a:rect b="b" l="l" r="r" t="t"/>
              <a:pathLst>
                <a:path extrusionOk="0" h="841248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841248"/>
                  </a:lnTo>
                  <a:lnTo>
                    <a:pt x="0" y="8412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4044" l="0" r="0" t="-274044"/>
              </a:stretch>
            </a:blipFill>
            <a:ln>
              <a:noFill/>
            </a:ln>
          </p:spPr>
        </p:sp>
        <p:sp>
          <p:nvSpPr>
            <p:cNvPr id="263" name="Google Shape;263;p6"/>
            <p:cNvSpPr txBox="1"/>
            <p:nvPr/>
          </p:nvSpPr>
          <p:spPr>
            <a:xfrm>
              <a:off x="0" y="9525"/>
              <a:ext cx="13990320" cy="831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Emotional Rollercoaster</a:t>
              </a:r>
              <a:endParaRPr/>
            </a:p>
          </p:txBody>
        </p:sp>
      </p:grpSp>
      <p:grpSp>
        <p:nvGrpSpPr>
          <p:cNvPr id="264" name="Google Shape;264;p6"/>
          <p:cNvGrpSpPr/>
          <p:nvPr/>
        </p:nvGrpSpPr>
        <p:grpSpPr>
          <a:xfrm>
            <a:off x="1280160" y="1442370"/>
            <a:ext cx="7749540" cy="436718"/>
            <a:chOff x="0" y="-9525"/>
            <a:chExt cx="10332720" cy="582290"/>
          </a:xfrm>
        </p:grpSpPr>
        <p:sp>
          <p:nvSpPr>
            <p:cNvPr id="265" name="Google Shape;265;p6"/>
            <p:cNvSpPr/>
            <p:nvPr/>
          </p:nvSpPr>
          <p:spPr>
            <a:xfrm>
              <a:off x="0" y="0"/>
              <a:ext cx="10332720" cy="572765"/>
            </a:xfrm>
            <a:custGeom>
              <a:rect b="b" l="l" r="r" t="t"/>
              <a:pathLst>
                <a:path extrusionOk="0" h="572765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2765"/>
                  </a:lnTo>
                  <a:lnTo>
                    <a:pt x="0" y="57276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218" l="0" r="0" t="-306819"/>
              </a:stretch>
            </a:blipFill>
            <a:ln>
              <a:noFill/>
            </a:ln>
          </p:spPr>
        </p:sp>
        <p:sp>
          <p:nvSpPr>
            <p:cNvPr id="266" name="Google Shape;266;p6"/>
            <p:cNvSpPr txBox="1"/>
            <p:nvPr/>
          </p:nvSpPr>
          <p:spPr>
            <a:xfrm>
              <a:off x="0" y="-9525"/>
              <a:ext cx="10332720" cy="5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How 24 hours actually felt.</a:t>
              </a:r>
              <a:endParaRPr/>
            </a:p>
          </p:txBody>
        </p:sp>
      </p:grpSp>
      <p:cxnSp>
        <p:nvCxnSpPr>
          <p:cNvPr id="267" name="Google Shape;267;p6"/>
          <p:cNvCxnSpPr/>
          <p:nvPr/>
        </p:nvCxnSpPr>
        <p:spPr>
          <a:xfrm>
            <a:off x="6512049" y="5030944"/>
            <a:ext cx="1752596" cy="38089"/>
          </a:xfrm>
          <a:prstGeom prst="straightConnector1">
            <a:avLst/>
          </a:prstGeom>
          <a:noFill/>
          <a:ln cap="rnd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6"/>
          <p:cNvCxnSpPr/>
          <p:nvPr/>
        </p:nvCxnSpPr>
        <p:spPr>
          <a:xfrm>
            <a:off x="10805157" y="5030944"/>
            <a:ext cx="1752596" cy="38089"/>
          </a:xfrm>
          <a:prstGeom prst="straightConnector1">
            <a:avLst/>
          </a:prstGeom>
          <a:noFill/>
          <a:ln cap="rnd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6"/>
          <p:cNvSpPr/>
          <p:nvPr/>
        </p:nvSpPr>
        <p:spPr>
          <a:xfrm>
            <a:off x="2927985" y="3874603"/>
            <a:ext cx="3585210" cy="2350770"/>
          </a:xfrm>
          <a:custGeom>
            <a:rect b="b" l="l" r="r" t="t"/>
            <a:pathLst>
              <a:path extrusionOk="0" h="3134360" w="478028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4559046" y="0"/>
                </a:lnTo>
                <a:cubicBezTo>
                  <a:pt x="4681220" y="0"/>
                  <a:pt x="4780280" y="99060"/>
                  <a:pt x="4780280" y="221234"/>
                </a:cubicBezTo>
                <a:lnTo>
                  <a:pt x="4780280" y="2913126"/>
                </a:lnTo>
                <a:cubicBezTo>
                  <a:pt x="4780280" y="3035300"/>
                  <a:pt x="4681220" y="3134360"/>
                  <a:pt x="4559046" y="3134360"/>
                </a:cubicBezTo>
                <a:lnTo>
                  <a:pt x="221234" y="3134360"/>
                </a:lnTo>
                <a:cubicBezTo>
                  <a:pt x="99060" y="3134360"/>
                  <a:pt x="0" y="3035300"/>
                  <a:pt x="0" y="2913126"/>
                </a:cubicBezTo>
                <a:close/>
              </a:path>
            </a:pathLst>
          </a:custGeom>
          <a:solidFill>
            <a:srgbClr val="2563EB"/>
          </a:solidFill>
          <a:ln cap="sq" cmpd="sng" w="1905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" name="Google Shape;270;p6"/>
          <p:cNvGrpSpPr/>
          <p:nvPr/>
        </p:nvGrpSpPr>
        <p:grpSpPr>
          <a:xfrm>
            <a:off x="3102102" y="4013573"/>
            <a:ext cx="315468" cy="761925"/>
            <a:chOff x="0" y="-28575"/>
            <a:chExt cx="420624" cy="1015901"/>
          </a:xfrm>
        </p:grpSpPr>
        <p:sp>
          <p:nvSpPr>
            <p:cNvPr id="271" name="Google Shape;271;p6"/>
            <p:cNvSpPr/>
            <p:nvPr/>
          </p:nvSpPr>
          <p:spPr>
            <a:xfrm>
              <a:off x="0" y="0"/>
              <a:ext cx="420624" cy="987326"/>
            </a:xfrm>
            <a:custGeom>
              <a:rect b="b" l="l" r="r" t="t"/>
              <a:pathLst>
                <a:path extrusionOk="0" h="987326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987326"/>
                  </a:lnTo>
                  <a:lnTo>
                    <a:pt x="0" y="98732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72215" l="-33676" r="-33676" t="0"/>
              </a:stretch>
            </a:blipFill>
            <a:ln>
              <a:noFill/>
            </a:ln>
          </p:spPr>
        </p:sp>
        <p:sp>
          <p:nvSpPr>
            <p:cNvPr id="272" name="Google Shape;272;p6"/>
            <p:cNvSpPr txBox="1"/>
            <p:nvPr/>
          </p:nvSpPr>
          <p:spPr>
            <a:xfrm>
              <a:off x="0" y="-28575"/>
              <a:ext cx="420624" cy="10159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73" name="Google Shape;273;p6"/>
          <p:cNvGrpSpPr/>
          <p:nvPr/>
        </p:nvGrpSpPr>
        <p:grpSpPr>
          <a:xfrm>
            <a:off x="3513582" y="4027289"/>
            <a:ext cx="2825496" cy="2078831"/>
            <a:chOff x="0" y="-28575"/>
            <a:chExt cx="3767328" cy="2771775"/>
          </a:xfrm>
        </p:grpSpPr>
        <p:sp>
          <p:nvSpPr>
            <p:cNvPr id="274" name="Google Shape;274;p6"/>
            <p:cNvSpPr/>
            <p:nvPr/>
          </p:nvSpPr>
          <p:spPr>
            <a:xfrm>
              <a:off x="0" y="0"/>
              <a:ext cx="3767328" cy="2743200"/>
            </a:xfrm>
            <a:custGeom>
              <a:rect b="b" l="l" r="r" t="t"/>
              <a:pathLst>
                <a:path extrusionOk="0" h="274320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2743200"/>
                  </a:lnTo>
                  <a:lnTo>
                    <a:pt x="0" y="2743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3423" r="-43423" t="0"/>
              </a:stretch>
            </a:blipFill>
            <a:ln>
              <a:noFill/>
            </a:ln>
          </p:spPr>
        </p:sp>
        <p:sp>
          <p:nvSpPr>
            <p:cNvPr id="275" name="Google Shape;275;p6"/>
            <p:cNvSpPr txBox="1"/>
            <p:nvPr/>
          </p:nvSpPr>
          <p:spPr>
            <a:xfrm>
              <a:off x="0" y="-28575"/>
              <a:ext cx="3767328" cy="2771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Overwhelmed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Where do we even start?</a:t>
              </a:r>
              <a:endParaRPr/>
            </a:p>
          </p:txBody>
        </p:sp>
      </p:grpSp>
      <p:sp>
        <p:nvSpPr>
          <p:cNvPr id="276" name="Google Shape;276;p6"/>
          <p:cNvSpPr/>
          <p:nvPr/>
        </p:nvSpPr>
        <p:spPr>
          <a:xfrm>
            <a:off x="7179945" y="3874603"/>
            <a:ext cx="3585210" cy="2350770"/>
          </a:xfrm>
          <a:custGeom>
            <a:rect b="b" l="l" r="r" t="t"/>
            <a:pathLst>
              <a:path extrusionOk="0" h="3134360" w="478028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4559046" y="0"/>
                </a:lnTo>
                <a:cubicBezTo>
                  <a:pt x="4681220" y="0"/>
                  <a:pt x="4780280" y="99060"/>
                  <a:pt x="4780280" y="221234"/>
                </a:cubicBezTo>
                <a:lnTo>
                  <a:pt x="4780280" y="2913126"/>
                </a:lnTo>
                <a:cubicBezTo>
                  <a:pt x="4780280" y="3035300"/>
                  <a:pt x="4681220" y="3134360"/>
                  <a:pt x="4559046" y="3134360"/>
                </a:cubicBezTo>
                <a:lnTo>
                  <a:pt x="221234" y="3134360"/>
                </a:lnTo>
                <a:cubicBezTo>
                  <a:pt x="99060" y="3134360"/>
                  <a:pt x="0" y="3035300"/>
                  <a:pt x="0" y="2913126"/>
                </a:cubicBezTo>
                <a:close/>
              </a:path>
            </a:pathLst>
          </a:custGeom>
          <a:solidFill>
            <a:srgbClr val="8D2AF5"/>
          </a:solidFill>
          <a:ln cap="sq" cmpd="sng" w="19050">
            <a:solidFill>
              <a:srgbClr val="8D2AF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6"/>
          <p:cNvGrpSpPr/>
          <p:nvPr/>
        </p:nvGrpSpPr>
        <p:grpSpPr>
          <a:xfrm>
            <a:off x="7354062" y="4013573"/>
            <a:ext cx="315468" cy="761925"/>
            <a:chOff x="0" y="-28575"/>
            <a:chExt cx="420624" cy="1015901"/>
          </a:xfrm>
        </p:grpSpPr>
        <p:sp>
          <p:nvSpPr>
            <p:cNvPr id="278" name="Google Shape;278;p6"/>
            <p:cNvSpPr/>
            <p:nvPr/>
          </p:nvSpPr>
          <p:spPr>
            <a:xfrm>
              <a:off x="0" y="0"/>
              <a:ext cx="420624" cy="987326"/>
            </a:xfrm>
            <a:custGeom>
              <a:rect b="b" l="l" r="r" t="t"/>
              <a:pathLst>
                <a:path extrusionOk="0" h="987326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987326"/>
                  </a:lnTo>
                  <a:lnTo>
                    <a:pt x="0" y="98732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72215" l="-33676" r="-33676" t="0"/>
              </a:stretch>
            </a:blipFill>
            <a:ln>
              <a:noFill/>
            </a:ln>
          </p:spPr>
        </p:sp>
        <p:sp>
          <p:nvSpPr>
            <p:cNvPr id="279" name="Google Shape;279;p6"/>
            <p:cNvSpPr txBox="1"/>
            <p:nvPr/>
          </p:nvSpPr>
          <p:spPr>
            <a:xfrm>
              <a:off x="0" y="-28575"/>
              <a:ext cx="420624" cy="10159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80" name="Google Shape;280;p6"/>
          <p:cNvGrpSpPr/>
          <p:nvPr/>
        </p:nvGrpSpPr>
        <p:grpSpPr>
          <a:xfrm>
            <a:off x="7600950" y="4027289"/>
            <a:ext cx="2825496" cy="2078831"/>
            <a:chOff x="0" y="-28575"/>
            <a:chExt cx="3767328" cy="2771775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3767328" cy="2743200"/>
            </a:xfrm>
            <a:custGeom>
              <a:rect b="b" l="l" r="r" t="t"/>
              <a:pathLst>
                <a:path extrusionOk="0" h="2743200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2743200"/>
                  </a:lnTo>
                  <a:lnTo>
                    <a:pt x="0" y="2743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3423" r="-43423" t="0"/>
              </a:stretch>
            </a:blipFill>
            <a:ln>
              <a:noFill/>
            </a:ln>
          </p:spPr>
        </p:sp>
        <p:sp>
          <p:nvSpPr>
            <p:cNvPr id="282" name="Google Shape;282;p6"/>
            <p:cNvSpPr txBox="1"/>
            <p:nvPr/>
          </p:nvSpPr>
          <p:spPr>
            <a:xfrm>
              <a:off x="0" y="-28575"/>
              <a:ext cx="3767328" cy="2771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 the zone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idea starts to click</a:t>
              </a:r>
              <a:endParaRPr/>
            </a:p>
          </p:txBody>
        </p:sp>
      </p:grpSp>
      <p:sp>
        <p:nvSpPr>
          <p:cNvPr id="283" name="Google Shape;283;p6"/>
          <p:cNvSpPr/>
          <p:nvPr/>
        </p:nvSpPr>
        <p:spPr>
          <a:xfrm>
            <a:off x="11431905" y="3874603"/>
            <a:ext cx="3928110" cy="2350770"/>
          </a:xfrm>
          <a:custGeom>
            <a:rect b="b" l="l" r="r" t="t"/>
            <a:pathLst>
              <a:path extrusionOk="0" h="3134360" w="523748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5016246" y="0"/>
                </a:lnTo>
                <a:cubicBezTo>
                  <a:pt x="5138420" y="0"/>
                  <a:pt x="5237480" y="99060"/>
                  <a:pt x="5237480" y="221234"/>
                </a:cubicBezTo>
                <a:lnTo>
                  <a:pt x="5237480" y="2913126"/>
                </a:lnTo>
                <a:cubicBezTo>
                  <a:pt x="5237480" y="3035300"/>
                  <a:pt x="5138420" y="3134360"/>
                  <a:pt x="5016246" y="3134360"/>
                </a:cubicBezTo>
                <a:lnTo>
                  <a:pt x="221234" y="3134360"/>
                </a:lnTo>
                <a:cubicBezTo>
                  <a:pt x="99060" y="3134360"/>
                  <a:pt x="0" y="3035300"/>
                  <a:pt x="0" y="2913126"/>
                </a:cubicBezTo>
                <a:close/>
              </a:path>
            </a:pathLst>
          </a:custGeom>
          <a:solidFill>
            <a:srgbClr val="10B981"/>
          </a:solidFill>
          <a:ln cap="sq" cmpd="sng" w="19050">
            <a:solidFill>
              <a:srgbClr val="10B98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6"/>
          <p:cNvGrpSpPr/>
          <p:nvPr/>
        </p:nvGrpSpPr>
        <p:grpSpPr>
          <a:xfrm>
            <a:off x="11606022" y="4013573"/>
            <a:ext cx="315468" cy="761925"/>
            <a:chOff x="0" y="-28575"/>
            <a:chExt cx="420624" cy="1015901"/>
          </a:xfrm>
        </p:grpSpPr>
        <p:sp>
          <p:nvSpPr>
            <p:cNvPr id="285" name="Google Shape;285;p6"/>
            <p:cNvSpPr/>
            <p:nvPr/>
          </p:nvSpPr>
          <p:spPr>
            <a:xfrm>
              <a:off x="0" y="0"/>
              <a:ext cx="420624" cy="987326"/>
            </a:xfrm>
            <a:custGeom>
              <a:rect b="b" l="l" r="r" t="t"/>
              <a:pathLst>
                <a:path extrusionOk="0" h="987326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987326"/>
                  </a:lnTo>
                  <a:lnTo>
                    <a:pt x="0" y="98732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72215" l="-33676" r="-33676" t="0"/>
              </a:stretch>
            </a:blipFill>
            <a:ln>
              <a:noFill/>
            </a:ln>
          </p:spPr>
        </p:sp>
        <p:sp>
          <p:nvSpPr>
            <p:cNvPr id="286" name="Google Shape;286;p6"/>
            <p:cNvSpPr txBox="1"/>
            <p:nvPr/>
          </p:nvSpPr>
          <p:spPr>
            <a:xfrm>
              <a:off x="0" y="-28575"/>
              <a:ext cx="420624" cy="10159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87" name="Google Shape;287;p6"/>
          <p:cNvGrpSpPr/>
          <p:nvPr/>
        </p:nvGrpSpPr>
        <p:grpSpPr>
          <a:xfrm>
            <a:off x="12016740" y="3965567"/>
            <a:ext cx="3168396" cy="2078831"/>
            <a:chOff x="0" y="-28575"/>
            <a:chExt cx="4224528" cy="2771775"/>
          </a:xfrm>
        </p:grpSpPr>
        <p:sp>
          <p:nvSpPr>
            <p:cNvPr id="288" name="Google Shape;288;p6"/>
            <p:cNvSpPr/>
            <p:nvPr/>
          </p:nvSpPr>
          <p:spPr>
            <a:xfrm>
              <a:off x="0" y="0"/>
              <a:ext cx="4224528" cy="2743200"/>
            </a:xfrm>
            <a:custGeom>
              <a:rect b="b" l="l" r="r" t="t"/>
              <a:pathLst>
                <a:path extrusionOk="0" h="2743200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2743200"/>
                  </a:lnTo>
                  <a:lnTo>
                    <a:pt x="0" y="2743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14" r="-33314" t="0"/>
              </a:stretch>
            </a:blipFill>
            <a:ln>
              <a:noFill/>
            </a:ln>
          </p:spPr>
        </p:sp>
        <p:sp>
          <p:nvSpPr>
            <p:cNvPr id="289" name="Google Shape;289;p6"/>
            <p:cNvSpPr txBox="1"/>
            <p:nvPr/>
          </p:nvSpPr>
          <p:spPr>
            <a:xfrm>
              <a:off x="0" y="-28575"/>
              <a:ext cx="4224528" cy="2771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Proud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 actually built it</a:t>
              </a:r>
              <a:endParaRPr/>
            </a:p>
          </p:txBody>
        </p:sp>
      </p:grpSp>
      <p:sp>
        <p:nvSpPr>
          <p:cNvPr id="290" name="Google Shape;290;p6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3605374" y="4181414"/>
            <a:ext cx="236759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DOUBT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7788754" y="4181414"/>
            <a:ext cx="2367591" cy="481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293" name="Google Shape;293;p6"/>
          <p:cNvSpPr txBox="1"/>
          <p:nvPr/>
        </p:nvSpPr>
        <p:spPr>
          <a:xfrm>
            <a:off x="12136755" y="4181414"/>
            <a:ext cx="236759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PRIDE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7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303" name="Google Shape;303;p7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304" name="Google Shape;304;p7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11</a:t>
              </a:r>
              <a:endParaRPr/>
            </a:p>
          </p:txBody>
        </p:sp>
      </p:grpSp>
      <p:sp>
        <p:nvSpPr>
          <p:cNvPr id="305" name="Google Shape;305;p7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306" name="Google Shape;306;p7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307" name="Google Shape;307;p7"/>
          <p:cNvGrpSpPr/>
          <p:nvPr/>
        </p:nvGrpSpPr>
        <p:grpSpPr>
          <a:xfrm>
            <a:off x="457200" y="320266"/>
            <a:ext cx="10492740" cy="901601"/>
            <a:chOff x="0" y="0"/>
            <a:chExt cx="13990320" cy="1202134"/>
          </a:xfrm>
        </p:grpSpPr>
        <p:sp>
          <p:nvSpPr>
            <p:cNvPr id="308" name="Google Shape;308;p7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309" name="Google Shape;309;p7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  <a:endParaRPr/>
            </a:p>
          </p:txBody>
        </p:sp>
      </p:grpSp>
      <p:grpSp>
        <p:nvGrpSpPr>
          <p:cNvPr id="310" name="Google Shape;310;p7"/>
          <p:cNvGrpSpPr/>
          <p:nvPr/>
        </p:nvGrpSpPr>
        <p:grpSpPr>
          <a:xfrm>
            <a:off x="5154930" y="791482"/>
            <a:ext cx="7749540" cy="858420"/>
            <a:chOff x="0" y="-19050"/>
            <a:chExt cx="10332720" cy="1144559"/>
          </a:xfrm>
        </p:grpSpPr>
        <p:sp>
          <p:nvSpPr>
            <p:cNvPr id="311" name="Google Shape;311;p7"/>
            <p:cNvSpPr/>
            <p:nvPr/>
          </p:nvSpPr>
          <p:spPr>
            <a:xfrm>
              <a:off x="0" y="0"/>
              <a:ext cx="10332720" cy="1125509"/>
            </a:xfrm>
            <a:custGeom>
              <a:rect b="b" l="l" r="r" t="t"/>
              <a:pathLst>
                <a:path extrusionOk="0" h="1125509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1125509"/>
                  </a:lnTo>
                  <a:lnTo>
                    <a:pt x="0" y="112550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631" l="0" r="0" t="-156137"/>
              </a:stretch>
            </a:blipFill>
            <a:ln>
              <a:noFill/>
            </a:ln>
          </p:spPr>
        </p:sp>
        <p:sp>
          <p:nvSpPr>
            <p:cNvPr id="312" name="Google Shape;312;p7"/>
            <p:cNvSpPr txBox="1"/>
            <p:nvPr/>
          </p:nvSpPr>
          <p:spPr>
            <a:xfrm>
              <a:off x="0" y="-19050"/>
              <a:ext cx="10332720" cy="11445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S.H.E.P.H.E.R.D</a:t>
              </a:r>
              <a:endParaRPr/>
            </a:p>
          </p:txBody>
        </p:sp>
      </p:grpSp>
      <p:grpSp>
        <p:nvGrpSpPr>
          <p:cNvPr id="313" name="Google Shape;313;p7"/>
          <p:cNvGrpSpPr/>
          <p:nvPr/>
        </p:nvGrpSpPr>
        <p:grpSpPr>
          <a:xfrm>
            <a:off x="1028700" y="2382229"/>
            <a:ext cx="16338500" cy="1351642"/>
            <a:chOff x="0" y="-123825"/>
            <a:chExt cx="21784667" cy="1802189"/>
          </a:xfrm>
        </p:grpSpPr>
        <p:sp>
          <p:nvSpPr>
            <p:cNvPr id="314" name="Google Shape;314;p7"/>
            <p:cNvSpPr/>
            <p:nvPr/>
          </p:nvSpPr>
          <p:spPr>
            <a:xfrm>
              <a:off x="0" y="0"/>
              <a:ext cx="21784666" cy="1678364"/>
            </a:xfrm>
            <a:custGeom>
              <a:rect b="b" l="l" r="r" t="t"/>
              <a:pathLst>
                <a:path extrusionOk="0" h="1678364" w="21784666">
                  <a:moveTo>
                    <a:pt x="0" y="0"/>
                  </a:moveTo>
                  <a:lnTo>
                    <a:pt x="21784666" y="0"/>
                  </a:lnTo>
                  <a:lnTo>
                    <a:pt x="21784666" y="1678364"/>
                  </a:lnTo>
                  <a:lnTo>
                    <a:pt x="0" y="16783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9914" l="0" r="26124" t="-173764"/>
              </a:stretch>
            </a:blipFill>
            <a:ln>
              <a:noFill/>
            </a:ln>
          </p:spPr>
        </p:sp>
        <p:sp>
          <p:nvSpPr>
            <p:cNvPr id="315" name="Google Shape;315;p7"/>
            <p:cNvSpPr txBox="1"/>
            <p:nvPr/>
          </p:nvSpPr>
          <p:spPr>
            <a:xfrm>
              <a:off x="0" y="-123825"/>
              <a:ext cx="21784667" cy="1802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8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99" u="none" cap="none" strike="noStrike">
                  <a:solidFill>
                    <a:srgbClr val="FFDE59"/>
                  </a:solidFill>
                  <a:latin typeface="Arial"/>
                  <a:ea typeface="Arial"/>
                  <a:cs typeface="Arial"/>
                  <a:sym typeface="Arial"/>
                </a:rPr>
                <a:t>Originally planned as our Capstone project, we chose to prototype it during the AABW to validate the idea and gain real-world development experience</a:t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>
            <a:off x="2063499" y="1593291"/>
            <a:ext cx="14618970" cy="500806"/>
            <a:chOff x="0" y="-9525"/>
            <a:chExt cx="19491960" cy="667742"/>
          </a:xfrm>
        </p:grpSpPr>
        <p:sp>
          <p:nvSpPr>
            <p:cNvPr id="317" name="Google Shape;317;p7"/>
            <p:cNvSpPr/>
            <p:nvPr/>
          </p:nvSpPr>
          <p:spPr>
            <a:xfrm>
              <a:off x="0" y="0"/>
              <a:ext cx="19491959" cy="658217"/>
            </a:xfrm>
            <a:custGeom>
              <a:rect b="b" l="l" r="r" t="t"/>
              <a:pathLst>
                <a:path extrusionOk="0" h="658217" w="19491959">
                  <a:moveTo>
                    <a:pt x="0" y="0"/>
                  </a:moveTo>
                  <a:lnTo>
                    <a:pt x="19491959" y="0"/>
                  </a:lnTo>
                  <a:lnTo>
                    <a:pt x="19491959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4782" l="0" r="46989" t="-266989"/>
              </a:stretch>
            </a:blipFill>
            <a:ln>
              <a:noFill/>
            </a:ln>
          </p:spPr>
        </p:sp>
        <p:sp>
          <p:nvSpPr>
            <p:cNvPr id="318" name="Google Shape;318;p7"/>
            <p:cNvSpPr txBox="1"/>
            <p:nvPr/>
          </p:nvSpPr>
          <p:spPr>
            <a:xfrm>
              <a:off x="0" y="-9525"/>
              <a:ext cx="1949196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Smart Human-flow Evaluation, Prediction, Hazard Detection, Response, and Dispatch</a:t>
              </a:r>
              <a:endParaRPr/>
            </a:p>
          </p:txBody>
        </p:sp>
      </p:grpSp>
      <p:grpSp>
        <p:nvGrpSpPr>
          <p:cNvPr id="319" name="Google Shape;319;p7"/>
          <p:cNvGrpSpPr/>
          <p:nvPr/>
        </p:nvGrpSpPr>
        <p:grpSpPr>
          <a:xfrm>
            <a:off x="1406917" y="4654089"/>
            <a:ext cx="7496026" cy="5279914"/>
            <a:chOff x="0" y="-161925"/>
            <a:chExt cx="9994701" cy="7039885"/>
          </a:xfrm>
        </p:grpSpPr>
        <p:sp>
          <p:nvSpPr>
            <p:cNvPr id="320" name="Google Shape;320;p7"/>
            <p:cNvSpPr/>
            <p:nvPr/>
          </p:nvSpPr>
          <p:spPr>
            <a:xfrm>
              <a:off x="0" y="0"/>
              <a:ext cx="9994701" cy="6877960"/>
            </a:xfrm>
            <a:custGeom>
              <a:rect b="b" l="l" r="r" t="t"/>
              <a:pathLst>
                <a:path extrusionOk="0" h="6877960" w="9994701">
                  <a:moveTo>
                    <a:pt x="0" y="0"/>
                  </a:moveTo>
                  <a:lnTo>
                    <a:pt x="9994701" y="0"/>
                  </a:lnTo>
                  <a:lnTo>
                    <a:pt x="9994701" y="6877960"/>
                  </a:lnTo>
                  <a:lnTo>
                    <a:pt x="0" y="6877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51217" l="0" r="-61020" t="-42400"/>
              </a:stretch>
            </a:blipFill>
            <a:ln>
              <a:noFill/>
            </a:ln>
          </p:spPr>
        </p:sp>
        <p:sp>
          <p:nvSpPr>
            <p:cNvPr id="321" name="Google Shape;321;p7"/>
            <p:cNvSpPr txBox="1"/>
            <p:nvPr/>
          </p:nvSpPr>
          <p:spPr>
            <a:xfrm>
              <a:off x="0" y="-161925"/>
              <a:ext cx="9994701" cy="7039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99413" lvl="1" marL="798826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Detect crowd density</a:t>
              </a:r>
              <a:endParaRPr/>
            </a:p>
            <a:p>
              <a:pPr indent="-399413" lvl="1" marL="798826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Monitor queue conditions</a:t>
              </a:r>
              <a:endParaRPr/>
            </a:p>
            <a:p>
              <a:pPr indent="-399413" lvl="1" marL="798826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Estimate congestion with Operation Agent</a:t>
              </a:r>
              <a:endParaRPr/>
            </a:p>
            <a:p>
              <a:pPr indent="-399413" lvl="1" marL="798826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Alert operators and dispact in real time</a:t>
              </a:r>
              <a:endParaRPr/>
            </a:p>
            <a:p>
              <a:pPr indent="0" lvl="0" marL="0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7"/>
          <p:cNvGrpSpPr/>
          <p:nvPr/>
        </p:nvGrpSpPr>
        <p:grpSpPr>
          <a:xfrm>
            <a:off x="3254025" y="3923025"/>
            <a:ext cx="2803875" cy="852508"/>
            <a:chOff x="0" y="-152400"/>
            <a:chExt cx="3738500" cy="1136678"/>
          </a:xfrm>
        </p:grpSpPr>
        <p:sp>
          <p:nvSpPr>
            <p:cNvPr id="323" name="Google Shape;323;p7"/>
            <p:cNvSpPr/>
            <p:nvPr/>
          </p:nvSpPr>
          <p:spPr>
            <a:xfrm>
              <a:off x="0" y="0"/>
              <a:ext cx="3738499" cy="984278"/>
            </a:xfrm>
            <a:custGeom>
              <a:rect b="b" l="l" r="r" t="t"/>
              <a:pathLst>
                <a:path extrusionOk="0" h="984278" w="3738499">
                  <a:moveTo>
                    <a:pt x="0" y="0"/>
                  </a:moveTo>
                  <a:lnTo>
                    <a:pt x="3738499" y="0"/>
                  </a:lnTo>
                  <a:lnTo>
                    <a:pt x="3738499" y="984278"/>
                  </a:lnTo>
                  <a:lnTo>
                    <a:pt x="0" y="98427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888" l="0" r="-330478" t="-296298"/>
              </a:stretch>
            </a:blipFill>
            <a:ln>
              <a:noFill/>
            </a:ln>
          </p:spPr>
        </p:sp>
        <p:sp>
          <p:nvSpPr>
            <p:cNvPr id="324" name="Google Shape;324;p7"/>
            <p:cNvSpPr txBox="1"/>
            <p:nvPr/>
          </p:nvSpPr>
          <p:spPr>
            <a:xfrm>
              <a:off x="0" y="-152400"/>
              <a:ext cx="3738500" cy="1136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8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Our goal</a:t>
              </a:r>
              <a:endParaRPr/>
            </a:p>
          </p:txBody>
        </p:sp>
      </p:grpSp>
      <p:grpSp>
        <p:nvGrpSpPr>
          <p:cNvPr id="325" name="Google Shape;325;p7"/>
          <p:cNvGrpSpPr/>
          <p:nvPr/>
        </p:nvGrpSpPr>
        <p:grpSpPr>
          <a:xfrm>
            <a:off x="12559158" y="3915881"/>
            <a:ext cx="2996538" cy="879365"/>
            <a:chOff x="0" y="-161925"/>
            <a:chExt cx="3995385" cy="1172486"/>
          </a:xfrm>
        </p:grpSpPr>
        <p:sp>
          <p:nvSpPr>
            <p:cNvPr id="326" name="Google Shape;326;p7"/>
            <p:cNvSpPr/>
            <p:nvPr/>
          </p:nvSpPr>
          <p:spPr>
            <a:xfrm>
              <a:off x="0" y="0"/>
              <a:ext cx="3995384" cy="1010561"/>
            </a:xfrm>
            <a:custGeom>
              <a:rect b="b" l="l" r="r" t="t"/>
              <a:pathLst>
                <a:path extrusionOk="0" h="1010561" w="3995384">
                  <a:moveTo>
                    <a:pt x="0" y="0"/>
                  </a:moveTo>
                  <a:lnTo>
                    <a:pt x="3995384" y="0"/>
                  </a:lnTo>
                  <a:lnTo>
                    <a:pt x="3995384" y="1010561"/>
                  </a:lnTo>
                  <a:lnTo>
                    <a:pt x="0" y="101056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2024" l="0" r="-302804" t="-288593"/>
              </a:stretch>
            </a:blipFill>
            <a:ln>
              <a:noFill/>
            </a:ln>
          </p:spPr>
        </p:sp>
        <p:sp>
          <p:nvSpPr>
            <p:cNvPr id="327" name="Google Shape;327;p7"/>
            <p:cNvSpPr txBox="1"/>
            <p:nvPr/>
          </p:nvSpPr>
          <p:spPr>
            <a:xfrm>
              <a:off x="0" y="-161925"/>
              <a:ext cx="3995385" cy="1172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Build with</a:t>
              </a:r>
              <a:endParaRPr/>
            </a:p>
          </p:txBody>
        </p:sp>
      </p:grpSp>
      <p:grpSp>
        <p:nvGrpSpPr>
          <p:cNvPr id="328" name="Google Shape;328;p7"/>
          <p:cNvGrpSpPr/>
          <p:nvPr/>
        </p:nvGrpSpPr>
        <p:grpSpPr>
          <a:xfrm>
            <a:off x="10476702" y="4824770"/>
            <a:ext cx="7161452" cy="4546489"/>
            <a:chOff x="0" y="-161925"/>
            <a:chExt cx="9548602" cy="6061985"/>
          </a:xfrm>
        </p:grpSpPr>
        <p:sp>
          <p:nvSpPr>
            <p:cNvPr id="329" name="Google Shape;329;p7"/>
            <p:cNvSpPr/>
            <p:nvPr/>
          </p:nvSpPr>
          <p:spPr>
            <a:xfrm>
              <a:off x="0" y="0"/>
              <a:ext cx="9548602" cy="5900060"/>
            </a:xfrm>
            <a:custGeom>
              <a:rect b="b" l="l" r="r" t="t"/>
              <a:pathLst>
                <a:path extrusionOk="0" h="5900060" w="9548602">
                  <a:moveTo>
                    <a:pt x="0" y="0"/>
                  </a:moveTo>
                  <a:lnTo>
                    <a:pt x="9548602" y="0"/>
                  </a:lnTo>
                  <a:lnTo>
                    <a:pt x="9548602" y="5900060"/>
                  </a:lnTo>
                  <a:lnTo>
                    <a:pt x="0" y="59000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43131" l="0" r="-68543" t="-49428"/>
              </a:stretch>
            </a:blipFill>
            <a:ln>
              <a:noFill/>
            </a:ln>
          </p:spPr>
        </p:sp>
        <p:sp>
          <p:nvSpPr>
            <p:cNvPr id="330" name="Google Shape;330;p7"/>
            <p:cNvSpPr txBox="1"/>
            <p:nvPr/>
          </p:nvSpPr>
          <p:spPr>
            <a:xfrm>
              <a:off x="0" y="-161925"/>
              <a:ext cx="9548602" cy="6061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99415" lvl="1" marL="798829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YOLO + ByteTrack</a:t>
              </a:r>
              <a:endParaRPr/>
            </a:p>
            <a:p>
              <a:pPr indent="-399415" lvl="1" marL="798829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Amazon SageMaker</a:t>
              </a:r>
              <a:endParaRPr/>
            </a:p>
            <a:p>
              <a:pPr indent="-399415" lvl="1" marL="798829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Amazon Bedrock AgentCore + Strands Agent</a:t>
              </a:r>
              <a:endParaRPr/>
            </a:p>
            <a:p>
              <a:pPr indent="-399415" lvl="1" marL="798829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99"/>
                <a:buFont typeface="Arial"/>
                <a:buChar char="•"/>
              </a:pPr>
              <a:r>
                <a:rPr b="0" i="0" lang="en-US" sz="36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React Monitoring Dashboard</a:t>
              </a:r>
              <a:endParaRPr/>
            </a:p>
            <a:p>
              <a:pPr indent="0" lvl="0" marL="0" marR="0" rtl="0" algn="l">
                <a:lnSpc>
                  <a:spcPct val="158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0" name="Google Shape;340;p8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341" name="Google Shape;341;p8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342" name="Google Shape;342;p8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13</a:t>
              </a:r>
              <a:endParaRPr/>
            </a:p>
          </p:txBody>
        </p:sp>
      </p:grpSp>
      <p:sp>
        <p:nvSpPr>
          <p:cNvPr id="343" name="Google Shape;343;p8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id="344" name="Google Shape;344;p8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345" name="Google Shape;345;p8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346" name="Google Shape;346;p8"/>
          <p:cNvGrpSpPr/>
          <p:nvPr/>
        </p:nvGrpSpPr>
        <p:grpSpPr>
          <a:xfrm>
            <a:off x="1088946" y="667636"/>
            <a:ext cx="10492740" cy="901601"/>
            <a:chOff x="0" y="0"/>
            <a:chExt cx="13990320" cy="1202134"/>
          </a:xfrm>
        </p:grpSpPr>
        <p:sp>
          <p:nvSpPr>
            <p:cNvPr id="347" name="Google Shape;347;p8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348" name="Google Shape;348;p8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Problem &amp; Inspiration</a:t>
              </a:r>
              <a:endParaRPr/>
            </a:p>
          </p:txBody>
        </p:sp>
      </p:grpSp>
      <p:grpSp>
        <p:nvGrpSpPr>
          <p:cNvPr id="349" name="Google Shape;349;p8"/>
          <p:cNvGrpSpPr/>
          <p:nvPr/>
        </p:nvGrpSpPr>
        <p:grpSpPr>
          <a:xfrm>
            <a:off x="1088946" y="1562093"/>
            <a:ext cx="7749540" cy="619459"/>
            <a:chOff x="0" y="-9525"/>
            <a:chExt cx="10332720" cy="825945"/>
          </a:xfrm>
        </p:grpSpPr>
        <p:sp>
          <p:nvSpPr>
            <p:cNvPr id="350" name="Google Shape;350;p8"/>
            <p:cNvSpPr/>
            <p:nvPr/>
          </p:nvSpPr>
          <p:spPr>
            <a:xfrm>
              <a:off x="0" y="0"/>
              <a:ext cx="10332720" cy="816420"/>
            </a:xfrm>
            <a:custGeom>
              <a:rect b="b" l="l" r="r" t="t"/>
              <a:pathLst>
                <a:path extrusionOk="0" h="81642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816420"/>
                  </a:lnTo>
                  <a:lnTo>
                    <a:pt x="0" y="8164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7968" l="0" r="0" t="-215250"/>
              </a:stretch>
            </a:blipFill>
            <a:ln>
              <a:noFill/>
            </a:ln>
          </p:spPr>
        </p:sp>
        <p:sp>
          <p:nvSpPr>
            <p:cNvPr id="351" name="Google Shape;351;p8"/>
            <p:cNvSpPr txBox="1"/>
            <p:nvPr/>
          </p:nvSpPr>
          <p:spPr>
            <a:xfrm>
              <a:off x="0" y="-9525"/>
              <a:ext cx="10332720" cy="82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Problem</a:t>
              </a:r>
              <a:endParaRPr/>
            </a:p>
          </p:txBody>
        </p:sp>
      </p:grpSp>
      <p:grpSp>
        <p:nvGrpSpPr>
          <p:cNvPr id="352" name="Google Shape;352;p8"/>
          <p:cNvGrpSpPr/>
          <p:nvPr/>
        </p:nvGrpSpPr>
        <p:grpSpPr>
          <a:xfrm>
            <a:off x="1369955" y="2167263"/>
            <a:ext cx="9930721" cy="1093329"/>
            <a:chOff x="0" y="-19050"/>
            <a:chExt cx="13240961" cy="1457771"/>
          </a:xfrm>
        </p:grpSpPr>
        <p:sp>
          <p:nvSpPr>
            <p:cNvPr id="353" name="Google Shape;353;p8"/>
            <p:cNvSpPr/>
            <p:nvPr/>
          </p:nvSpPr>
          <p:spPr>
            <a:xfrm>
              <a:off x="0" y="0"/>
              <a:ext cx="13240961" cy="1438721"/>
            </a:xfrm>
            <a:custGeom>
              <a:rect b="b" l="l" r="r" t="t"/>
              <a:pathLst>
                <a:path extrusionOk="0" h="1438721" w="13240961">
                  <a:moveTo>
                    <a:pt x="0" y="0"/>
                  </a:moveTo>
                  <a:lnTo>
                    <a:pt x="13240961" y="0"/>
                  </a:lnTo>
                  <a:lnTo>
                    <a:pt x="13240961" y="1438721"/>
                  </a:lnTo>
                  <a:lnTo>
                    <a:pt x="0" y="143872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804" l="0" r="40057" t="-66181"/>
              </a:stretch>
            </a:blipFill>
            <a:ln>
              <a:noFill/>
            </a:ln>
          </p:spPr>
        </p:sp>
        <p:sp>
          <p:nvSpPr>
            <p:cNvPr id="354" name="Google Shape;354;p8"/>
            <p:cNvSpPr txBox="1"/>
            <p:nvPr/>
          </p:nvSpPr>
          <p:spPr>
            <a:xfrm>
              <a:off x="0" y="-19050"/>
              <a:ext cx="13240961" cy="1457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Venue staff must monitor entrances, queues, booths, and crowd movement across multiple areas at the same time.</a:t>
              </a:r>
              <a:endParaRPr/>
            </a:p>
          </p:txBody>
        </p:sp>
      </p:grpSp>
      <p:grpSp>
        <p:nvGrpSpPr>
          <p:cNvPr id="355" name="Google Shape;355;p8"/>
          <p:cNvGrpSpPr/>
          <p:nvPr/>
        </p:nvGrpSpPr>
        <p:grpSpPr>
          <a:xfrm>
            <a:off x="1369955" y="3407314"/>
            <a:ext cx="8989694" cy="905828"/>
            <a:chOff x="0" y="-19050"/>
            <a:chExt cx="11986259" cy="1207770"/>
          </a:xfrm>
        </p:grpSpPr>
        <p:sp>
          <p:nvSpPr>
            <p:cNvPr id="356" name="Google Shape;356;p8"/>
            <p:cNvSpPr/>
            <p:nvPr/>
          </p:nvSpPr>
          <p:spPr>
            <a:xfrm>
              <a:off x="0" y="0"/>
              <a:ext cx="11986259" cy="1188720"/>
            </a:xfrm>
            <a:custGeom>
              <a:rect b="b" l="l" r="r" t="t"/>
              <a:pathLst>
                <a:path extrusionOk="0" h="1188720" w="11986259">
                  <a:moveTo>
                    <a:pt x="0" y="0"/>
                  </a:moveTo>
                  <a:lnTo>
                    <a:pt x="11986259" y="0"/>
                  </a:lnTo>
                  <a:lnTo>
                    <a:pt x="11986259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0100" l="0" r="33782" t="-80100"/>
              </a:stretch>
            </a:blipFill>
            <a:ln>
              <a:noFill/>
            </a:ln>
          </p:spPr>
        </p:sp>
        <p:sp>
          <p:nvSpPr>
            <p:cNvPr id="357" name="Google Shape;357;p8"/>
            <p:cNvSpPr txBox="1"/>
            <p:nvPr/>
          </p:nvSpPr>
          <p:spPr>
            <a:xfrm>
              <a:off x="0" y="-19050"/>
              <a:ext cx="11986259" cy="120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Manual monitoring can be:</a:t>
              </a:r>
              <a:endParaRPr/>
            </a:p>
          </p:txBody>
        </p:sp>
      </p:grpSp>
      <p:grpSp>
        <p:nvGrpSpPr>
          <p:cNvPr id="358" name="Google Shape;358;p8"/>
          <p:cNvGrpSpPr/>
          <p:nvPr/>
        </p:nvGrpSpPr>
        <p:grpSpPr>
          <a:xfrm>
            <a:off x="1430201" y="4298854"/>
            <a:ext cx="8989694" cy="2464929"/>
            <a:chOff x="0" y="-19050"/>
            <a:chExt cx="11986259" cy="3286571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1986259" cy="3267521"/>
            </a:xfrm>
            <a:custGeom>
              <a:rect b="b" l="l" r="r" t="t"/>
              <a:pathLst>
                <a:path extrusionOk="0" h="3267521" w="11986259">
                  <a:moveTo>
                    <a:pt x="0" y="0"/>
                  </a:moveTo>
                  <a:lnTo>
                    <a:pt x="11986259" y="0"/>
                  </a:lnTo>
                  <a:lnTo>
                    <a:pt x="11986259" y="3267521"/>
                  </a:lnTo>
                  <a:lnTo>
                    <a:pt x="0" y="326752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34479" l="0" r="33782" t="-29140"/>
              </a:stretch>
            </a:blipFill>
            <a:ln>
              <a:noFill/>
            </a:ln>
          </p:spPr>
        </p:sp>
        <p:sp>
          <p:nvSpPr>
            <p:cNvPr id="360" name="Google Shape;360;p8"/>
            <p:cNvSpPr txBox="1"/>
            <p:nvPr/>
          </p:nvSpPr>
          <p:spPr>
            <a:xfrm>
              <a:off x="0" y="-19050"/>
              <a:ext cx="11986259" cy="3286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1" marL="647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Slow and reactive</a:t>
              </a:r>
              <a:endParaRPr/>
            </a:p>
            <a:p>
              <a:pPr indent="-323850" lvl="1" marL="647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Difficult to scale</a:t>
              </a:r>
              <a:endParaRPr/>
            </a:p>
            <a:p>
              <a:pPr indent="-323850" lvl="1" marL="647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Prone to missed incidents</a:t>
              </a:r>
              <a:endParaRPr/>
            </a:p>
            <a:p>
              <a:pPr indent="-323850" lvl="1" marL="647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Ineffective when conditions change quickly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8"/>
          <p:cNvGrpSpPr/>
          <p:nvPr/>
        </p:nvGrpSpPr>
        <p:grpSpPr>
          <a:xfrm>
            <a:off x="1088946" y="6375861"/>
            <a:ext cx="8989694" cy="905828"/>
            <a:chOff x="0" y="-19050"/>
            <a:chExt cx="11986259" cy="1207770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11986259" cy="1188720"/>
            </a:xfrm>
            <a:custGeom>
              <a:rect b="b" l="l" r="r" t="t"/>
              <a:pathLst>
                <a:path extrusionOk="0" h="1188720" w="11986259">
                  <a:moveTo>
                    <a:pt x="0" y="0"/>
                  </a:moveTo>
                  <a:lnTo>
                    <a:pt x="11986259" y="0"/>
                  </a:lnTo>
                  <a:lnTo>
                    <a:pt x="11986259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0100" l="0" r="33782" t="-80100"/>
              </a:stretch>
            </a:blipFill>
            <a:ln>
              <a:noFill/>
            </a:ln>
          </p:spPr>
        </p:sp>
        <p:sp>
          <p:nvSpPr>
            <p:cNvPr id="363" name="Google Shape;363;p8"/>
            <p:cNvSpPr txBox="1"/>
            <p:nvPr/>
          </p:nvSpPr>
          <p:spPr>
            <a:xfrm>
              <a:off x="0" y="-19050"/>
              <a:ext cx="11986259" cy="120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Our Inspiration</a:t>
              </a:r>
              <a:endParaRPr/>
            </a:p>
          </p:txBody>
        </p:sp>
      </p:grpSp>
      <p:grpSp>
        <p:nvGrpSpPr>
          <p:cNvPr id="364" name="Google Shape;364;p8"/>
          <p:cNvGrpSpPr/>
          <p:nvPr/>
        </p:nvGrpSpPr>
        <p:grpSpPr>
          <a:xfrm>
            <a:off x="1430201" y="7496000"/>
            <a:ext cx="12228649" cy="1093329"/>
            <a:chOff x="0" y="-19050"/>
            <a:chExt cx="16304865" cy="1457771"/>
          </a:xfrm>
        </p:grpSpPr>
        <p:sp>
          <p:nvSpPr>
            <p:cNvPr id="365" name="Google Shape;365;p8"/>
            <p:cNvSpPr/>
            <p:nvPr/>
          </p:nvSpPr>
          <p:spPr>
            <a:xfrm>
              <a:off x="0" y="0"/>
              <a:ext cx="16304865" cy="1438721"/>
            </a:xfrm>
            <a:custGeom>
              <a:rect b="b" l="l" r="r" t="t"/>
              <a:pathLst>
                <a:path extrusionOk="0" h="1438721" w="16304865">
                  <a:moveTo>
                    <a:pt x="0" y="0"/>
                  </a:moveTo>
                  <a:lnTo>
                    <a:pt x="16304865" y="0"/>
                  </a:lnTo>
                  <a:lnTo>
                    <a:pt x="16304865" y="1438721"/>
                  </a:lnTo>
                  <a:lnTo>
                    <a:pt x="0" y="143872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804" l="0" r="51321" t="-66181"/>
              </a:stretch>
            </a:blipFill>
            <a:ln>
              <a:noFill/>
            </a:ln>
          </p:spPr>
        </p:sp>
        <p:sp>
          <p:nvSpPr>
            <p:cNvPr id="366" name="Google Shape;366;p8"/>
            <p:cNvSpPr txBox="1"/>
            <p:nvPr/>
          </p:nvSpPr>
          <p:spPr>
            <a:xfrm>
              <a:off x="0" y="-19050"/>
              <a:ext cx="16304865" cy="1457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 wanted to build a system that helps operators detect problems earlier and respond before congestion becomes serious.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9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376" name="Google Shape;376;p9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377" name="Google Shape;377;p9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4</a:t>
              </a:r>
              <a:endParaRPr/>
            </a:p>
          </p:txBody>
        </p:sp>
      </p:grpSp>
      <p:sp>
        <p:nvSpPr>
          <p:cNvPr id="378" name="Google Shape;378;p9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379" name="Google Shape;379;p9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380" name="Google Shape;380;p9"/>
          <p:cNvGrpSpPr/>
          <p:nvPr/>
        </p:nvGrpSpPr>
        <p:grpSpPr>
          <a:xfrm>
            <a:off x="1095880" y="475869"/>
            <a:ext cx="10492740" cy="901601"/>
            <a:chOff x="0" y="0"/>
            <a:chExt cx="13990320" cy="1202134"/>
          </a:xfrm>
        </p:grpSpPr>
        <p:sp>
          <p:nvSpPr>
            <p:cNvPr id="381" name="Google Shape;381;p9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382" name="Google Shape;382;p9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What It Does</a:t>
              </a:r>
              <a:endParaRPr/>
            </a:p>
          </p:txBody>
        </p:sp>
      </p:grpSp>
      <p:grpSp>
        <p:nvGrpSpPr>
          <p:cNvPr id="383" name="Google Shape;383;p9"/>
          <p:cNvGrpSpPr/>
          <p:nvPr/>
        </p:nvGrpSpPr>
        <p:grpSpPr>
          <a:xfrm>
            <a:off x="1095880" y="1370326"/>
            <a:ext cx="9225553" cy="619459"/>
            <a:chOff x="0" y="-9525"/>
            <a:chExt cx="12300737" cy="825945"/>
          </a:xfrm>
        </p:grpSpPr>
        <p:sp>
          <p:nvSpPr>
            <p:cNvPr id="384" name="Google Shape;384;p9"/>
            <p:cNvSpPr/>
            <p:nvPr/>
          </p:nvSpPr>
          <p:spPr>
            <a:xfrm>
              <a:off x="0" y="0"/>
              <a:ext cx="12300732" cy="816420"/>
            </a:xfrm>
            <a:custGeom>
              <a:rect b="b" l="l" r="r" t="t"/>
              <a:pathLst>
                <a:path extrusionOk="0" h="816420" w="12300732">
                  <a:moveTo>
                    <a:pt x="0" y="0"/>
                  </a:moveTo>
                  <a:lnTo>
                    <a:pt x="12300732" y="0"/>
                  </a:lnTo>
                  <a:lnTo>
                    <a:pt x="12300732" y="816420"/>
                  </a:lnTo>
                  <a:lnTo>
                    <a:pt x="0" y="8164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7167" l="0" r="0" t="-259964"/>
              </a:stretch>
            </a:blipFill>
            <a:ln>
              <a:noFill/>
            </a:ln>
          </p:spPr>
        </p:sp>
        <p:sp>
          <p:nvSpPr>
            <p:cNvPr id="385" name="Google Shape;385;p9"/>
            <p:cNvSpPr txBox="1"/>
            <p:nvPr/>
          </p:nvSpPr>
          <p:spPr>
            <a:xfrm>
              <a:off x="0" y="-9525"/>
              <a:ext cx="12300737" cy="82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Core Capabilities</a:t>
              </a:r>
              <a:endParaRPr/>
            </a:p>
          </p:txBody>
        </p:sp>
      </p:grpSp>
      <p:sp>
        <p:nvSpPr>
          <p:cNvPr id="386" name="Google Shape;386;p9"/>
          <p:cNvSpPr/>
          <p:nvPr/>
        </p:nvSpPr>
        <p:spPr>
          <a:xfrm>
            <a:off x="8806509" y="2881172"/>
            <a:ext cx="8967141" cy="3801180"/>
          </a:xfrm>
          <a:custGeom>
            <a:rect b="b" l="l" r="r" t="t"/>
            <a:pathLst>
              <a:path extrusionOk="0" h="11775019" w="27777759">
                <a:moveTo>
                  <a:pt x="0" y="0"/>
                </a:moveTo>
                <a:lnTo>
                  <a:pt x="27777759" y="0"/>
                </a:lnTo>
                <a:lnTo>
                  <a:pt x="27777759" y="11775019"/>
                </a:lnTo>
                <a:lnTo>
                  <a:pt x="0" y="117750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87" l="0" r="0" t="-1087"/>
            </a:stretch>
          </a:blipFill>
          <a:ln>
            <a:noFill/>
          </a:ln>
        </p:spPr>
      </p:sp>
      <p:grpSp>
        <p:nvGrpSpPr>
          <p:cNvPr id="387" name="Google Shape;387;p9"/>
          <p:cNvGrpSpPr/>
          <p:nvPr/>
        </p:nvGrpSpPr>
        <p:grpSpPr>
          <a:xfrm>
            <a:off x="1357884" y="2111693"/>
            <a:ext cx="11443987" cy="636129"/>
            <a:chOff x="0" y="-19050"/>
            <a:chExt cx="15258649" cy="848173"/>
          </a:xfrm>
        </p:grpSpPr>
        <p:sp>
          <p:nvSpPr>
            <p:cNvPr id="388" name="Google Shape;388;p9"/>
            <p:cNvSpPr/>
            <p:nvPr/>
          </p:nvSpPr>
          <p:spPr>
            <a:xfrm>
              <a:off x="0" y="0"/>
              <a:ext cx="15258648" cy="829123"/>
            </a:xfrm>
            <a:custGeom>
              <a:rect b="b" l="l" r="r" t="t"/>
              <a:pathLst>
                <a:path extrusionOk="0" h="829123" w="15258648">
                  <a:moveTo>
                    <a:pt x="0" y="0"/>
                  </a:moveTo>
                  <a:lnTo>
                    <a:pt x="15258648" y="0"/>
                  </a:lnTo>
                  <a:lnTo>
                    <a:pt x="15258648" y="829123"/>
                  </a:lnTo>
                  <a:lnTo>
                    <a:pt x="0" y="82912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609" l="0" r="73632" t="-72495"/>
              </a:stretch>
            </a:blipFill>
            <a:ln>
              <a:noFill/>
            </a:ln>
          </p:spPr>
        </p:sp>
        <p:sp>
          <p:nvSpPr>
            <p:cNvPr id="389" name="Google Shape;389;p9"/>
            <p:cNvSpPr txBox="1"/>
            <p:nvPr/>
          </p:nvSpPr>
          <p:spPr>
            <a:xfrm>
              <a:off x="0" y="-19050"/>
              <a:ext cx="15258649" cy="84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S.H.E.P.H.E.R.D. analyzes live camera footage to:</a:t>
              </a:r>
              <a:endParaRPr/>
            </a:p>
          </p:txBody>
        </p:sp>
      </p:grpSp>
      <p:grpSp>
        <p:nvGrpSpPr>
          <p:cNvPr id="390" name="Google Shape;390;p9"/>
          <p:cNvGrpSpPr/>
          <p:nvPr/>
        </p:nvGrpSpPr>
        <p:grpSpPr>
          <a:xfrm>
            <a:off x="1357884" y="6783668"/>
            <a:ext cx="13531920" cy="823569"/>
            <a:chOff x="0" y="-19050"/>
            <a:chExt cx="18042560" cy="1098091"/>
          </a:xfrm>
        </p:grpSpPr>
        <p:sp>
          <p:nvSpPr>
            <p:cNvPr id="391" name="Google Shape;391;p9"/>
            <p:cNvSpPr/>
            <p:nvPr/>
          </p:nvSpPr>
          <p:spPr>
            <a:xfrm>
              <a:off x="0" y="0"/>
              <a:ext cx="18042559" cy="1079041"/>
            </a:xfrm>
            <a:custGeom>
              <a:rect b="b" l="l" r="r" t="t"/>
              <a:pathLst>
                <a:path extrusionOk="0" h="1079041" w="18042559">
                  <a:moveTo>
                    <a:pt x="0" y="0"/>
                  </a:moveTo>
                  <a:lnTo>
                    <a:pt x="18042559" y="0"/>
                  </a:lnTo>
                  <a:lnTo>
                    <a:pt x="18042559" y="1079041"/>
                  </a:lnTo>
                  <a:lnTo>
                    <a:pt x="0" y="107904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2159" l="0" r="32696" t="-196399"/>
              </a:stretch>
            </a:blipFill>
            <a:ln>
              <a:noFill/>
            </a:ln>
          </p:spPr>
        </p:sp>
        <p:sp>
          <p:nvSpPr>
            <p:cNvPr id="392" name="Google Shape;392;p9"/>
            <p:cNvSpPr txBox="1"/>
            <p:nvPr/>
          </p:nvSpPr>
          <p:spPr>
            <a:xfrm>
              <a:off x="0" y="-19050"/>
              <a:ext cx="18042560" cy="1098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system turns ordinary camera footage into clear operational information.</a:t>
              </a:r>
              <a:endParaRPr/>
            </a:p>
          </p:txBody>
        </p:sp>
      </p:grpSp>
      <p:grpSp>
        <p:nvGrpSpPr>
          <p:cNvPr id="393" name="Google Shape;393;p9"/>
          <p:cNvGrpSpPr/>
          <p:nvPr/>
        </p:nvGrpSpPr>
        <p:grpSpPr>
          <a:xfrm>
            <a:off x="1357884" y="2845453"/>
            <a:ext cx="6853171" cy="4117041"/>
            <a:chOff x="0" y="-47625"/>
            <a:chExt cx="9137561" cy="5489387"/>
          </a:xfrm>
        </p:grpSpPr>
        <p:sp>
          <p:nvSpPr>
            <p:cNvPr id="394" name="Google Shape;394;p9"/>
            <p:cNvSpPr/>
            <p:nvPr/>
          </p:nvSpPr>
          <p:spPr>
            <a:xfrm>
              <a:off x="0" y="0"/>
              <a:ext cx="9137560" cy="5441762"/>
            </a:xfrm>
            <a:custGeom>
              <a:rect b="b" l="l" r="r" t="t"/>
              <a:pathLst>
                <a:path extrusionOk="0" h="5441762" w="9137560">
                  <a:moveTo>
                    <a:pt x="0" y="0"/>
                  </a:moveTo>
                  <a:lnTo>
                    <a:pt x="9137560" y="0"/>
                  </a:lnTo>
                  <a:lnTo>
                    <a:pt x="9137560" y="5441762"/>
                  </a:lnTo>
                  <a:lnTo>
                    <a:pt x="0" y="544176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82233" l="0" r="55968" t="-11045"/>
              </a:stretch>
            </a:blipFill>
            <a:ln>
              <a:noFill/>
            </a:ln>
          </p:spPr>
        </p:sp>
        <p:sp>
          <p:nvSpPr>
            <p:cNvPr id="395" name="Google Shape;395;p9"/>
            <p:cNvSpPr txBox="1"/>
            <p:nvPr/>
          </p:nvSpPr>
          <p:spPr>
            <a:xfrm>
              <a:off x="0" y="-47625"/>
              <a:ext cx="9137561" cy="54893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2" lvl="1" marL="647703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Detect and track people</a:t>
              </a:r>
              <a:endParaRPr/>
            </a:p>
            <a:p>
              <a:pPr indent="-323852" lvl="1" marL="647703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Measure crowd density</a:t>
              </a:r>
              <a:endParaRPr/>
            </a:p>
            <a:p>
              <a:pPr indent="-323852" lvl="1" marL="647703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Estimate queue conditions</a:t>
              </a:r>
              <a:endParaRPr/>
            </a:p>
            <a:p>
              <a:pPr indent="-323852" lvl="1" marL="647703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Identify early signs of congestion</a:t>
              </a:r>
              <a:endParaRPr/>
            </a:p>
            <a:p>
              <a:pPr indent="-323852" lvl="1" marL="647703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Predict overcrowding pressure</a:t>
              </a:r>
              <a:endParaRPr/>
            </a:p>
            <a:p>
              <a:pPr indent="-323852" lvl="1" marL="647703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Create proactive alerts</a:t>
              </a:r>
              <a:endParaRPr/>
            </a:p>
            <a:p>
              <a:pPr indent="-323852" lvl="1" marL="647703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Recommend staff actions</a:t>
              </a:r>
              <a:endParaRPr/>
            </a:p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6" name="Google Shape;396;p9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10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406" name="Google Shape;406;p10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407" name="Google Shape;407;p10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4</a:t>
              </a:r>
              <a:endParaRPr/>
            </a:p>
          </p:txBody>
        </p:sp>
      </p:grpSp>
      <p:sp>
        <p:nvSpPr>
          <p:cNvPr id="408" name="Google Shape;408;p10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409" name="Google Shape;409;p10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410" name="Google Shape;410;p10"/>
          <p:cNvGrpSpPr/>
          <p:nvPr/>
        </p:nvGrpSpPr>
        <p:grpSpPr>
          <a:xfrm>
            <a:off x="254073" y="273845"/>
            <a:ext cx="10492740" cy="676202"/>
            <a:chOff x="0" y="0"/>
            <a:chExt cx="13990320" cy="901602"/>
          </a:xfrm>
        </p:grpSpPr>
        <p:sp>
          <p:nvSpPr>
            <p:cNvPr id="411" name="Google Shape;411;p10"/>
            <p:cNvSpPr/>
            <p:nvPr/>
          </p:nvSpPr>
          <p:spPr>
            <a:xfrm>
              <a:off x="0" y="0"/>
              <a:ext cx="13990320" cy="901602"/>
            </a:xfrm>
            <a:custGeom>
              <a:rect b="b" l="l" r="r" t="t"/>
              <a:pathLst>
                <a:path extrusionOk="0" h="901602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901602"/>
                  </a:lnTo>
                  <a:lnTo>
                    <a:pt x="0" y="90160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9005" l="0" r="0" t="-255699"/>
              </a:stretch>
            </a:blipFill>
            <a:ln>
              <a:noFill/>
            </a:ln>
          </p:spPr>
        </p:sp>
        <p:sp>
          <p:nvSpPr>
            <p:cNvPr id="412" name="Google Shape;412;p10"/>
            <p:cNvSpPr txBox="1"/>
            <p:nvPr/>
          </p:nvSpPr>
          <p:spPr>
            <a:xfrm>
              <a:off x="0" y="0"/>
              <a:ext cx="13990320" cy="901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Architecture</a:t>
              </a:r>
              <a:endParaRPr/>
            </a:p>
          </p:txBody>
        </p:sp>
      </p:grpSp>
      <p:sp>
        <p:nvSpPr>
          <p:cNvPr id="413" name="Google Shape;413;p10"/>
          <p:cNvSpPr/>
          <p:nvPr/>
        </p:nvSpPr>
        <p:spPr>
          <a:xfrm>
            <a:off x="3086100" y="273845"/>
            <a:ext cx="15189042" cy="9733711"/>
          </a:xfrm>
          <a:custGeom>
            <a:rect b="b" l="l" r="r" t="t"/>
            <a:pathLst>
              <a:path extrusionOk="0" h="9733711" w="15189042">
                <a:moveTo>
                  <a:pt x="0" y="0"/>
                </a:moveTo>
                <a:lnTo>
                  <a:pt x="15189042" y="0"/>
                </a:lnTo>
                <a:lnTo>
                  <a:pt x="15189042" y="9733711"/>
                </a:lnTo>
                <a:lnTo>
                  <a:pt x="0" y="9733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4" name="Google Shape;414;p10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11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425" name="Google Shape;425;p11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6</a:t>
              </a:r>
              <a:endParaRPr/>
            </a:p>
          </p:txBody>
        </p:sp>
      </p:grpSp>
      <p:sp>
        <p:nvSpPr>
          <p:cNvPr id="426" name="Google Shape;426;p11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id="427" name="Google Shape;427;p11"/>
          <p:cNvSpPr txBox="1"/>
          <p:nvPr/>
        </p:nvSpPr>
        <p:spPr>
          <a:xfrm>
            <a:off x="3110398" y="9488861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428" name="Google Shape;428;p11"/>
          <p:cNvSpPr/>
          <p:nvPr/>
        </p:nvSpPr>
        <p:spPr>
          <a:xfrm>
            <a:off x="481498" y="9376600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429" name="Google Shape;429;p11"/>
          <p:cNvGrpSpPr/>
          <p:nvPr/>
        </p:nvGrpSpPr>
        <p:grpSpPr>
          <a:xfrm>
            <a:off x="1028700" y="422100"/>
            <a:ext cx="12149857" cy="901601"/>
            <a:chOff x="0" y="0"/>
            <a:chExt cx="16199808" cy="1202134"/>
          </a:xfrm>
        </p:grpSpPr>
        <p:sp>
          <p:nvSpPr>
            <p:cNvPr id="430" name="Google Shape;430;p11"/>
            <p:cNvSpPr/>
            <p:nvPr/>
          </p:nvSpPr>
          <p:spPr>
            <a:xfrm>
              <a:off x="0" y="0"/>
              <a:ext cx="16199808" cy="1202134"/>
            </a:xfrm>
            <a:custGeom>
              <a:rect b="b" l="l" r="r" t="t"/>
              <a:pathLst>
                <a:path extrusionOk="0" h="1202134" w="16199808">
                  <a:moveTo>
                    <a:pt x="0" y="0"/>
                  </a:moveTo>
                  <a:lnTo>
                    <a:pt x="16199808" y="0"/>
                  </a:lnTo>
                  <a:lnTo>
                    <a:pt x="16199808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7568" l="0" r="0" t="-227586"/>
              </a:stretch>
            </a:blipFill>
            <a:ln>
              <a:noFill/>
            </a:ln>
          </p:spPr>
        </p:sp>
        <p:sp>
          <p:nvSpPr>
            <p:cNvPr id="431" name="Google Shape;431;p11"/>
            <p:cNvSpPr txBox="1"/>
            <p:nvPr/>
          </p:nvSpPr>
          <p:spPr>
            <a:xfrm>
              <a:off x="0" y="9525"/>
              <a:ext cx="16199802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Agentic AI Layer</a:t>
              </a:r>
              <a:endParaRPr/>
            </a:p>
          </p:txBody>
        </p:sp>
      </p:grpSp>
      <p:sp>
        <p:nvSpPr>
          <p:cNvPr id="432" name="Google Shape;432;p11"/>
          <p:cNvSpPr/>
          <p:nvPr/>
        </p:nvSpPr>
        <p:spPr>
          <a:xfrm>
            <a:off x="1019175" y="1910715"/>
            <a:ext cx="7768590" cy="2660214"/>
          </a:xfrm>
          <a:custGeom>
            <a:rect b="b" l="l" r="r" t="t"/>
            <a:pathLst>
              <a:path extrusionOk="0" h="3546952" w="10358120">
                <a:moveTo>
                  <a:pt x="0" y="243259"/>
                </a:moveTo>
                <a:cubicBezTo>
                  <a:pt x="0" y="108922"/>
                  <a:pt x="99060" y="0"/>
                  <a:pt x="221234" y="0"/>
                </a:cubicBezTo>
                <a:lnTo>
                  <a:pt x="10136886" y="0"/>
                </a:lnTo>
                <a:cubicBezTo>
                  <a:pt x="10259060" y="0"/>
                  <a:pt x="10358120" y="108922"/>
                  <a:pt x="10358120" y="243259"/>
                </a:cubicBezTo>
                <a:lnTo>
                  <a:pt x="10358120" y="3303693"/>
                </a:lnTo>
                <a:cubicBezTo>
                  <a:pt x="10358120" y="3438030"/>
                  <a:pt x="10259060" y="3546952"/>
                  <a:pt x="10136886" y="3546952"/>
                </a:cubicBezTo>
                <a:lnTo>
                  <a:pt x="221234" y="3546952"/>
                </a:lnTo>
                <a:cubicBezTo>
                  <a:pt x="99060" y="3546952"/>
                  <a:pt x="0" y="3438030"/>
                  <a:pt x="0" y="3303693"/>
                </a:cubicBezTo>
                <a:close/>
              </a:path>
            </a:pathLst>
          </a:custGeom>
          <a:solidFill>
            <a:srgbClr val="FFF1F2"/>
          </a:solidFill>
          <a:ln cap="sq" cmpd="sng" w="19050">
            <a:solidFill>
              <a:srgbClr val="FDA4A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11"/>
          <p:cNvGrpSpPr/>
          <p:nvPr/>
        </p:nvGrpSpPr>
        <p:grpSpPr>
          <a:xfrm>
            <a:off x="1371600" y="2113489"/>
            <a:ext cx="5732028" cy="619461"/>
            <a:chOff x="0" y="-9525"/>
            <a:chExt cx="7642703" cy="825948"/>
          </a:xfrm>
        </p:grpSpPr>
        <p:sp>
          <p:nvSpPr>
            <p:cNvPr id="434" name="Google Shape;434;p11"/>
            <p:cNvSpPr/>
            <p:nvPr/>
          </p:nvSpPr>
          <p:spPr>
            <a:xfrm>
              <a:off x="0" y="0"/>
              <a:ext cx="7642703" cy="816423"/>
            </a:xfrm>
            <a:custGeom>
              <a:rect b="b" l="l" r="r" t="t"/>
              <a:pathLst>
                <a:path extrusionOk="0" h="816423" w="7642703">
                  <a:moveTo>
                    <a:pt x="0" y="0"/>
                  </a:moveTo>
                  <a:lnTo>
                    <a:pt x="7642703" y="0"/>
                  </a:lnTo>
                  <a:lnTo>
                    <a:pt x="7642703" y="816423"/>
                  </a:lnTo>
                  <a:lnTo>
                    <a:pt x="0" y="81642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59" l="0" r="40751" t="-92083"/>
              </a:stretch>
            </a:blipFill>
            <a:ln>
              <a:noFill/>
            </a:ln>
          </p:spPr>
        </p:sp>
        <p:sp>
          <p:nvSpPr>
            <p:cNvPr id="435" name="Google Shape;435;p11"/>
            <p:cNvSpPr txBox="1"/>
            <p:nvPr/>
          </p:nvSpPr>
          <p:spPr>
            <a:xfrm>
              <a:off x="0" y="-9525"/>
              <a:ext cx="7642701" cy="82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Autonomous Monitor</a:t>
              </a:r>
              <a:endParaRPr/>
            </a:p>
          </p:txBody>
        </p:sp>
      </p:grpSp>
      <p:grpSp>
        <p:nvGrpSpPr>
          <p:cNvPr id="436" name="Google Shape;436;p11"/>
          <p:cNvGrpSpPr/>
          <p:nvPr/>
        </p:nvGrpSpPr>
        <p:grpSpPr>
          <a:xfrm>
            <a:off x="1371600" y="2725804"/>
            <a:ext cx="6789420" cy="1998976"/>
            <a:chOff x="0" y="-9525"/>
            <a:chExt cx="9052560" cy="2665301"/>
          </a:xfrm>
        </p:grpSpPr>
        <p:sp>
          <p:nvSpPr>
            <p:cNvPr id="437" name="Google Shape;437;p11"/>
            <p:cNvSpPr/>
            <p:nvPr/>
          </p:nvSpPr>
          <p:spPr>
            <a:xfrm>
              <a:off x="0" y="0"/>
              <a:ext cx="9052560" cy="2655775"/>
            </a:xfrm>
            <a:custGeom>
              <a:rect b="b" l="l" r="r" t="t"/>
              <a:pathLst>
                <a:path extrusionOk="0" h="2655775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2655775"/>
                  </a:lnTo>
                  <a:lnTo>
                    <a:pt x="0" y="265577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14301" l="0" r="0" t="-47137"/>
              </a:stretch>
            </a:blipFill>
            <a:ln>
              <a:noFill/>
            </a:ln>
          </p:spPr>
        </p:sp>
        <p:sp>
          <p:nvSpPr>
            <p:cNvPr id="438" name="Google Shape;438;p11"/>
            <p:cNvSpPr txBox="1"/>
            <p:nvPr/>
          </p:nvSpPr>
          <p:spPr>
            <a:xfrm>
              <a:off x="0" y="-9525"/>
              <a:ext cx="9052560" cy="2665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64477" lvl="1" marL="528954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49"/>
                <a:buFont typeface="Arial"/>
                <a:buChar char="•"/>
              </a:pPr>
              <a:r>
                <a:rPr b="1" i="0" lang="en-US" sz="2449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Continuously monitors live crowd metrics</a:t>
              </a:r>
              <a:endParaRPr/>
            </a:p>
            <a:p>
              <a:pPr indent="-264477" lvl="1" marL="528954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49"/>
                <a:buFont typeface="Arial"/>
                <a:buChar char="•"/>
              </a:pPr>
              <a:r>
                <a:rPr b="1" i="0" lang="en-US" sz="2449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Detects signs of congestion</a:t>
              </a:r>
              <a:endParaRPr/>
            </a:p>
            <a:p>
              <a:pPr indent="-264477" lvl="1" marL="528954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49"/>
                <a:buFont typeface="Arial"/>
                <a:buChar char="•"/>
              </a:pPr>
              <a:r>
                <a:rPr b="1" i="0" lang="en-US" sz="2449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Predicts possible overcrowding</a:t>
              </a:r>
              <a:endParaRPr/>
            </a:p>
            <a:p>
              <a:pPr indent="-264477" lvl="1" marL="528954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49"/>
                <a:buFont typeface="Arial"/>
                <a:buChar char="•"/>
              </a:pPr>
              <a:r>
                <a:rPr b="1" i="0" lang="en-US" sz="2449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Creates proactive alerts</a:t>
              </a:r>
              <a:endParaRPr/>
            </a:p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49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11"/>
          <p:cNvSpPr/>
          <p:nvPr/>
        </p:nvSpPr>
        <p:spPr>
          <a:xfrm>
            <a:off x="1019175" y="5133975"/>
            <a:ext cx="7768590" cy="2590446"/>
          </a:xfrm>
          <a:custGeom>
            <a:rect b="b" l="l" r="r" t="t"/>
            <a:pathLst>
              <a:path extrusionOk="0" h="3453928" w="10358120">
                <a:moveTo>
                  <a:pt x="0" y="236880"/>
                </a:moveTo>
                <a:cubicBezTo>
                  <a:pt x="0" y="106065"/>
                  <a:pt x="99060" y="0"/>
                  <a:pt x="221234" y="0"/>
                </a:cubicBezTo>
                <a:lnTo>
                  <a:pt x="10136886" y="0"/>
                </a:lnTo>
                <a:cubicBezTo>
                  <a:pt x="10259060" y="0"/>
                  <a:pt x="10358120" y="106065"/>
                  <a:pt x="10358120" y="236880"/>
                </a:cubicBezTo>
                <a:lnTo>
                  <a:pt x="10358120" y="3217048"/>
                </a:lnTo>
                <a:cubicBezTo>
                  <a:pt x="10358120" y="3347862"/>
                  <a:pt x="10259060" y="3453928"/>
                  <a:pt x="10136886" y="3453928"/>
                </a:cubicBezTo>
                <a:lnTo>
                  <a:pt x="221234" y="3453928"/>
                </a:lnTo>
                <a:cubicBezTo>
                  <a:pt x="99060" y="3453928"/>
                  <a:pt x="0" y="3347862"/>
                  <a:pt x="0" y="3217048"/>
                </a:cubicBezTo>
                <a:close/>
              </a:path>
            </a:pathLst>
          </a:custGeom>
          <a:solidFill>
            <a:srgbClr val="ECFDF5"/>
          </a:solidFill>
          <a:ln cap="sq" cmpd="sng" w="19050">
            <a:solidFill>
              <a:srgbClr val="86EF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11"/>
          <p:cNvGrpSpPr/>
          <p:nvPr/>
        </p:nvGrpSpPr>
        <p:grpSpPr>
          <a:xfrm>
            <a:off x="1371600" y="5363885"/>
            <a:ext cx="4710598" cy="619461"/>
            <a:chOff x="0" y="-9525"/>
            <a:chExt cx="6280798" cy="825948"/>
          </a:xfrm>
        </p:grpSpPr>
        <p:sp>
          <p:nvSpPr>
            <p:cNvPr id="441" name="Google Shape;441;p11"/>
            <p:cNvSpPr/>
            <p:nvPr/>
          </p:nvSpPr>
          <p:spPr>
            <a:xfrm>
              <a:off x="0" y="0"/>
              <a:ext cx="6280790" cy="816423"/>
            </a:xfrm>
            <a:custGeom>
              <a:rect b="b" l="l" r="r" t="t"/>
              <a:pathLst>
                <a:path extrusionOk="0" h="816423" w="6280790">
                  <a:moveTo>
                    <a:pt x="0" y="0"/>
                  </a:moveTo>
                  <a:lnTo>
                    <a:pt x="6280790" y="0"/>
                  </a:lnTo>
                  <a:lnTo>
                    <a:pt x="6280790" y="816423"/>
                  </a:lnTo>
                  <a:lnTo>
                    <a:pt x="0" y="81642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562" l="0" r="24899" t="-96587"/>
              </a:stretch>
            </a:blipFill>
            <a:ln>
              <a:noFill/>
            </a:ln>
          </p:spPr>
        </p:sp>
        <p:sp>
          <p:nvSpPr>
            <p:cNvPr id="442" name="Google Shape;442;p11"/>
            <p:cNvSpPr txBox="1"/>
            <p:nvPr/>
          </p:nvSpPr>
          <p:spPr>
            <a:xfrm>
              <a:off x="0" y="-9525"/>
              <a:ext cx="6280798" cy="82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Operator Copilot</a:t>
              </a:r>
              <a:endParaRPr/>
            </a:p>
          </p:txBody>
        </p:sp>
      </p:grpSp>
      <p:grpSp>
        <p:nvGrpSpPr>
          <p:cNvPr id="443" name="Google Shape;443;p11"/>
          <p:cNvGrpSpPr/>
          <p:nvPr/>
        </p:nvGrpSpPr>
        <p:grpSpPr>
          <a:xfrm>
            <a:off x="1672981" y="6145269"/>
            <a:ext cx="6747663" cy="1788941"/>
            <a:chOff x="0" y="0"/>
            <a:chExt cx="8996884" cy="2385255"/>
          </a:xfrm>
        </p:grpSpPr>
        <p:sp>
          <p:nvSpPr>
            <p:cNvPr id="444" name="Google Shape;444;p11"/>
            <p:cNvSpPr/>
            <p:nvPr/>
          </p:nvSpPr>
          <p:spPr>
            <a:xfrm>
              <a:off x="0" y="0"/>
              <a:ext cx="8996884" cy="2385255"/>
            </a:xfrm>
            <a:custGeom>
              <a:rect b="b" l="l" r="r" t="t"/>
              <a:pathLst>
                <a:path extrusionOk="0" h="2385255" w="8996884">
                  <a:moveTo>
                    <a:pt x="0" y="0"/>
                  </a:moveTo>
                  <a:lnTo>
                    <a:pt x="8996884" y="0"/>
                  </a:lnTo>
                  <a:lnTo>
                    <a:pt x="8996884" y="2385255"/>
                  </a:lnTo>
                  <a:lnTo>
                    <a:pt x="0" y="23852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7648" l="0" r="-618" t="-55548"/>
              </a:stretch>
            </a:blipFill>
            <a:ln>
              <a:noFill/>
            </a:ln>
          </p:spPr>
        </p:sp>
        <p:sp>
          <p:nvSpPr>
            <p:cNvPr id="445" name="Google Shape;445;p11"/>
            <p:cNvSpPr txBox="1"/>
            <p:nvPr/>
          </p:nvSpPr>
          <p:spPr>
            <a:xfrm>
              <a:off x="0" y="9525"/>
              <a:ext cx="8996884" cy="2375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19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Lets staff ask natural-language questions and receive concise answers backed by live metrics, prediction tools and actions.</a:t>
              </a:r>
              <a:endParaRPr/>
            </a:p>
            <a:p>
              <a:pPr indent="0" lvl="0" marL="0" marR="0" rtl="0" algn="just">
                <a:lnSpc>
                  <a:spcPct val="108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19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08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19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/mnt/data/a_clean_colorful_split_infographic_illustration_i.png" id="446" name="Google Shape;446;p11"/>
          <p:cNvSpPr/>
          <p:nvPr/>
        </p:nvSpPr>
        <p:spPr>
          <a:xfrm>
            <a:off x="9806940" y="2221992"/>
            <a:ext cx="6995160" cy="5143500"/>
          </a:xfrm>
          <a:custGeom>
            <a:rect b="b" l="l" r="r" t="t"/>
            <a:pathLst>
              <a:path extrusionOk="0" h="6858000" w="9326880">
                <a:moveTo>
                  <a:pt x="0" y="0"/>
                </a:moveTo>
                <a:lnTo>
                  <a:pt x="9326880" y="0"/>
                </a:lnTo>
                <a:lnTo>
                  <a:pt x="932688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5324" r="-15324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12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456" name="Google Shape;456;p12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457" name="Google Shape;457;p12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4</a:t>
              </a:r>
              <a:endParaRPr/>
            </a:p>
          </p:txBody>
        </p:sp>
      </p:grpSp>
      <p:sp>
        <p:nvSpPr>
          <p:cNvPr id="458" name="Google Shape;458;p12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459" name="Google Shape;459;p12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460" name="Google Shape;460;p12"/>
          <p:cNvGrpSpPr/>
          <p:nvPr/>
        </p:nvGrpSpPr>
        <p:grpSpPr>
          <a:xfrm>
            <a:off x="7668986" y="837003"/>
            <a:ext cx="2950029" cy="1316420"/>
            <a:chOff x="0" y="0"/>
            <a:chExt cx="3933372" cy="1755227"/>
          </a:xfrm>
        </p:grpSpPr>
        <p:sp>
          <p:nvSpPr>
            <p:cNvPr id="461" name="Google Shape;461;p12"/>
            <p:cNvSpPr/>
            <p:nvPr/>
          </p:nvSpPr>
          <p:spPr>
            <a:xfrm>
              <a:off x="0" y="0"/>
              <a:ext cx="3933372" cy="1755227"/>
            </a:xfrm>
            <a:custGeom>
              <a:rect b="b" l="l" r="r" t="t"/>
              <a:pathLst>
                <a:path extrusionOk="0" h="1755227" w="3933372">
                  <a:moveTo>
                    <a:pt x="0" y="0"/>
                  </a:moveTo>
                  <a:lnTo>
                    <a:pt x="3933372" y="0"/>
                  </a:lnTo>
                  <a:lnTo>
                    <a:pt x="3933372" y="1755227"/>
                  </a:lnTo>
                  <a:lnTo>
                    <a:pt x="0" y="175522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9273" l="0" r="-255682" t="-131344"/>
              </a:stretch>
            </a:blipFill>
            <a:ln>
              <a:noFill/>
            </a:ln>
          </p:spPr>
        </p:sp>
        <p:sp>
          <p:nvSpPr>
            <p:cNvPr id="462" name="Google Shape;462;p12"/>
            <p:cNvSpPr txBox="1"/>
            <p:nvPr/>
          </p:nvSpPr>
          <p:spPr>
            <a:xfrm>
              <a:off x="0" y="0"/>
              <a:ext cx="3933372" cy="1755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DEMO</a:t>
              </a:r>
              <a:endParaRPr/>
            </a:p>
          </p:txBody>
        </p:sp>
      </p:grpSp>
      <p:sp>
        <p:nvSpPr>
          <p:cNvPr id="463" name="Google Shape;463;p12"/>
          <p:cNvSpPr/>
          <p:nvPr/>
        </p:nvSpPr>
        <p:spPr>
          <a:xfrm>
            <a:off x="3466586" y="2076480"/>
            <a:ext cx="11354828" cy="7404000"/>
          </a:xfrm>
          <a:custGeom>
            <a:rect b="b" l="l" r="r" t="t"/>
            <a:pathLst>
              <a:path extrusionOk="0" h="7404000" w="11354828">
                <a:moveTo>
                  <a:pt x="0" y="0"/>
                </a:moveTo>
                <a:lnTo>
                  <a:pt x="11354828" y="0"/>
                </a:lnTo>
                <a:lnTo>
                  <a:pt x="11354828" y="7404000"/>
                </a:lnTo>
                <a:lnTo>
                  <a:pt x="0" y="740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624" r="-1624" t="-5497"/>
            </a:stretch>
          </a:blipFill>
          <a:ln>
            <a:noFill/>
          </a:ln>
        </p:spPr>
      </p:sp>
      <p:sp>
        <p:nvSpPr>
          <p:cNvPr id="464" name="Google Shape;464;p12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E2D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13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474" name="Google Shape;474;p13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475" name="Google Shape;475;p13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7</a:t>
              </a:r>
              <a:endParaRPr/>
            </a:p>
          </p:txBody>
        </p:sp>
      </p:grpSp>
      <p:sp>
        <p:nvSpPr>
          <p:cNvPr id="476" name="Google Shape;476;p13"/>
          <p:cNvSpPr/>
          <p:nvPr/>
        </p:nvSpPr>
        <p:spPr>
          <a:xfrm>
            <a:off x="18543965" y="1165765"/>
            <a:ext cx="3483006" cy="2180368"/>
          </a:xfrm>
          <a:custGeom>
            <a:rect b="b" l="l" r="r" t="t"/>
            <a:pathLst>
              <a:path extrusionOk="0" h="2907157" w="4644009">
                <a:moveTo>
                  <a:pt x="0" y="0"/>
                </a:moveTo>
                <a:lnTo>
                  <a:pt x="4644009" y="0"/>
                </a:lnTo>
                <a:lnTo>
                  <a:pt x="4644009" y="2907157"/>
                </a:lnTo>
                <a:lnTo>
                  <a:pt x="0" y="2907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7" name="Google Shape;477;p13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id="478" name="Google Shape;478;p13"/>
          <p:cNvSpPr txBox="1"/>
          <p:nvPr/>
        </p:nvSpPr>
        <p:spPr>
          <a:xfrm>
            <a:off x="3089138" y="9525332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479" name="Google Shape;479;p13"/>
          <p:cNvSpPr/>
          <p:nvPr/>
        </p:nvSpPr>
        <p:spPr>
          <a:xfrm>
            <a:off x="460238" y="9413080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480" name="Google Shape;480;p13"/>
          <p:cNvGrpSpPr/>
          <p:nvPr/>
        </p:nvGrpSpPr>
        <p:grpSpPr>
          <a:xfrm>
            <a:off x="1137590" y="685543"/>
            <a:ext cx="10492740" cy="901601"/>
            <a:chOff x="0" y="0"/>
            <a:chExt cx="13990320" cy="1202134"/>
          </a:xfrm>
        </p:grpSpPr>
        <p:sp>
          <p:nvSpPr>
            <p:cNvPr id="481" name="Google Shape;481;p13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482" name="Google Shape;482;p13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What We Learned &amp; Challenges</a:t>
              </a:r>
              <a:endParaRPr/>
            </a:p>
          </p:txBody>
        </p:sp>
      </p:grpSp>
      <p:grpSp>
        <p:nvGrpSpPr>
          <p:cNvPr id="483" name="Google Shape;483;p13"/>
          <p:cNvGrpSpPr/>
          <p:nvPr/>
        </p:nvGrpSpPr>
        <p:grpSpPr>
          <a:xfrm>
            <a:off x="1178738" y="1432779"/>
            <a:ext cx="7749540" cy="619459"/>
            <a:chOff x="0" y="-9525"/>
            <a:chExt cx="10332720" cy="825945"/>
          </a:xfrm>
        </p:grpSpPr>
        <p:sp>
          <p:nvSpPr>
            <p:cNvPr id="484" name="Google Shape;484;p13"/>
            <p:cNvSpPr/>
            <p:nvPr/>
          </p:nvSpPr>
          <p:spPr>
            <a:xfrm>
              <a:off x="0" y="0"/>
              <a:ext cx="10332720" cy="816420"/>
            </a:xfrm>
            <a:custGeom>
              <a:rect b="b" l="l" r="r" t="t"/>
              <a:pathLst>
                <a:path extrusionOk="0" h="81642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816420"/>
                  </a:lnTo>
                  <a:lnTo>
                    <a:pt x="0" y="8164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7968" l="0" r="0" t="-215250"/>
              </a:stretch>
            </a:blipFill>
            <a:ln>
              <a:noFill/>
            </a:ln>
          </p:spPr>
        </p:sp>
        <p:sp>
          <p:nvSpPr>
            <p:cNvPr id="485" name="Google Shape;485;p13"/>
            <p:cNvSpPr txBox="1"/>
            <p:nvPr/>
          </p:nvSpPr>
          <p:spPr>
            <a:xfrm>
              <a:off x="0" y="-9525"/>
              <a:ext cx="10332720" cy="82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13"/>
          <p:cNvSpPr/>
          <p:nvPr/>
        </p:nvSpPr>
        <p:spPr>
          <a:xfrm>
            <a:off x="1149477" y="1907091"/>
            <a:ext cx="7768590" cy="4598286"/>
          </a:xfrm>
          <a:custGeom>
            <a:rect b="b" l="l" r="r" t="t"/>
            <a:pathLst>
              <a:path extrusionOk="0" h="6131048" w="10358120">
                <a:moveTo>
                  <a:pt x="0" y="420484"/>
                </a:moveTo>
                <a:cubicBezTo>
                  <a:pt x="0" y="188276"/>
                  <a:pt x="99060" y="0"/>
                  <a:pt x="221234" y="0"/>
                </a:cubicBezTo>
                <a:lnTo>
                  <a:pt x="10136886" y="0"/>
                </a:lnTo>
                <a:cubicBezTo>
                  <a:pt x="10259060" y="0"/>
                  <a:pt x="10358120" y="188276"/>
                  <a:pt x="10358120" y="420484"/>
                </a:cubicBezTo>
                <a:lnTo>
                  <a:pt x="10358120" y="5710565"/>
                </a:lnTo>
                <a:cubicBezTo>
                  <a:pt x="10358120" y="5942772"/>
                  <a:pt x="10259060" y="6131048"/>
                  <a:pt x="10136886" y="6131048"/>
                </a:cubicBezTo>
                <a:lnTo>
                  <a:pt x="221234" y="6131048"/>
                </a:lnTo>
                <a:cubicBezTo>
                  <a:pt x="99060" y="6131048"/>
                  <a:pt x="0" y="5942772"/>
                  <a:pt x="0" y="5710565"/>
                </a:cubicBezTo>
                <a:close/>
              </a:path>
            </a:pathLst>
          </a:custGeom>
          <a:solidFill>
            <a:srgbClr val="FFF1F2"/>
          </a:solidFill>
          <a:ln cap="sq" cmpd="sng" w="19050">
            <a:solidFill>
              <a:srgbClr val="FDA4A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13"/>
          <p:cNvGrpSpPr/>
          <p:nvPr/>
        </p:nvGrpSpPr>
        <p:grpSpPr>
          <a:xfrm>
            <a:off x="1501902" y="2120418"/>
            <a:ext cx="3396149" cy="619461"/>
            <a:chOff x="0" y="-9525"/>
            <a:chExt cx="4528200" cy="825948"/>
          </a:xfrm>
        </p:grpSpPr>
        <p:sp>
          <p:nvSpPr>
            <p:cNvPr id="488" name="Google Shape;488;p13"/>
            <p:cNvSpPr/>
            <p:nvPr/>
          </p:nvSpPr>
          <p:spPr>
            <a:xfrm>
              <a:off x="0" y="0"/>
              <a:ext cx="4528200" cy="816423"/>
            </a:xfrm>
            <a:custGeom>
              <a:rect b="b" l="l" r="r" t="t"/>
              <a:pathLst>
                <a:path extrusionOk="0" h="816423" w="4528200">
                  <a:moveTo>
                    <a:pt x="0" y="0"/>
                  </a:moveTo>
                  <a:lnTo>
                    <a:pt x="4528200" y="0"/>
                  </a:lnTo>
                  <a:lnTo>
                    <a:pt x="4528200" y="816423"/>
                  </a:lnTo>
                  <a:lnTo>
                    <a:pt x="0" y="81642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59" l="0" r="0" t="-92083"/>
              </a:stretch>
            </a:blipFill>
            <a:ln>
              <a:noFill/>
            </a:ln>
          </p:spPr>
        </p:sp>
        <p:sp>
          <p:nvSpPr>
            <p:cNvPr id="489" name="Google Shape;489;p13"/>
            <p:cNvSpPr txBox="1"/>
            <p:nvPr/>
          </p:nvSpPr>
          <p:spPr>
            <a:xfrm>
              <a:off x="0" y="-9525"/>
              <a:ext cx="4528198" cy="82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What We Learned</a:t>
              </a:r>
              <a:endParaRPr/>
            </a:p>
          </p:txBody>
        </p:sp>
      </p:grpSp>
      <p:grpSp>
        <p:nvGrpSpPr>
          <p:cNvPr id="490" name="Google Shape;490;p13"/>
          <p:cNvGrpSpPr/>
          <p:nvPr/>
        </p:nvGrpSpPr>
        <p:grpSpPr>
          <a:xfrm>
            <a:off x="1552813" y="2808933"/>
            <a:ext cx="6789420" cy="3034457"/>
            <a:chOff x="0" y="-9525"/>
            <a:chExt cx="9052560" cy="4045942"/>
          </a:xfrm>
        </p:grpSpPr>
        <p:sp>
          <p:nvSpPr>
            <p:cNvPr id="491" name="Google Shape;491;p13"/>
            <p:cNvSpPr/>
            <p:nvPr/>
          </p:nvSpPr>
          <p:spPr>
            <a:xfrm>
              <a:off x="0" y="0"/>
              <a:ext cx="9052560" cy="4036417"/>
            </a:xfrm>
            <a:custGeom>
              <a:rect b="b" l="l" r="r" t="t"/>
              <a:pathLst>
                <a:path extrusionOk="0" h="4036417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4036417"/>
                  </a:lnTo>
                  <a:lnTo>
                    <a:pt x="0" y="403641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43614" l="0" r="0" t="-31013"/>
              </a:stretch>
            </a:blipFill>
            <a:ln>
              <a:noFill/>
            </a:ln>
          </p:spPr>
        </p:sp>
        <p:sp>
          <p:nvSpPr>
            <p:cNvPr id="492" name="Google Shape;492;p13"/>
            <p:cNvSpPr txBox="1"/>
            <p:nvPr/>
          </p:nvSpPr>
          <p:spPr>
            <a:xfrm>
              <a:off x="0" y="-9525"/>
              <a:ext cx="9052560" cy="4045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We learned how to combine:</a:t>
              </a:r>
              <a:endParaRPr/>
            </a:p>
            <a:p>
              <a:pPr indent="-259080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Real-time computer vision</a:t>
              </a:r>
              <a:endParaRPr/>
            </a:p>
            <a:p>
              <a:pPr indent="-259080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Object tracking</a:t>
              </a:r>
              <a:endParaRPr/>
            </a:p>
            <a:p>
              <a:pPr indent="-259080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Cloud inference</a:t>
              </a:r>
              <a:endParaRPr/>
            </a:p>
            <a:p>
              <a:pPr indent="-259080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Operational dashboards</a:t>
              </a:r>
              <a:endParaRPr/>
            </a:p>
            <a:p>
              <a:pPr indent="-259080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Agentic AI</a:t>
              </a:r>
              <a:endParaRPr/>
            </a:p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3" name="Google Shape;493;p13"/>
          <p:cNvSpPr/>
          <p:nvPr/>
        </p:nvSpPr>
        <p:spPr>
          <a:xfrm>
            <a:off x="9774555" y="1907091"/>
            <a:ext cx="7768590" cy="4598286"/>
          </a:xfrm>
          <a:custGeom>
            <a:rect b="b" l="l" r="r" t="t"/>
            <a:pathLst>
              <a:path extrusionOk="0" h="6131048" w="10358120">
                <a:moveTo>
                  <a:pt x="0" y="420484"/>
                </a:moveTo>
                <a:cubicBezTo>
                  <a:pt x="0" y="188276"/>
                  <a:pt x="99060" y="0"/>
                  <a:pt x="221234" y="0"/>
                </a:cubicBezTo>
                <a:lnTo>
                  <a:pt x="10136886" y="0"/>
                </a:lnTo>
                <a:cubicBezTo>
                  <a:pt x="10259060" y="0"/>
                  <a:pt x="10358120" y="188276"/>
                  <a:pt x="10358120" y="420484"/>
                </a:cubicBezTo>
                <a:lnTo>
                  <a:pt x="10358120" y="5710565"/>
                </a:lnTo>
                <a:cubicBezTo>
                  <a:pt x="10358120" y="5942772"/>
                  <a:pt x="10259060" y="6131048"/>
                  <a:pt x="10136886" y="6131048"/>
                </a:cubicBezTo>
                <a:lnTo>
                  <a:pt x="221234" y="6131048"/>
                </a:lnTo>
                <a:cubicBezTo>
                  <a:pt x="99060" y="6131048"/>
                  <a:pt x="0" y="5942772"/>
                  <a:pt x="0" y="5710565"/>
                </a:cubicBezTo>
                <a:close/>
              </a:path>
            </a:pathLst>
          </a:custGeom>
          <a:solidFill>
            <a:srgbClr val="ECFDF5"/>
          </a:solidFill>
          <a:ln cap="sq" cmpd="sng" w="19050">
            <a:solidFill>
              <a:srgbClr val="86EF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4" name="Google Shape;494;p13"/>
          <p:cNvGrpSpPr/>
          <p:nvPr/>
        </p:nvGrpSpPr>
        <p:grpSpPr>
          <a:xfrm>
            <a:off x="10375392" y="2045094"/>
            <a:ext cx="3537661" cy="619461"/>
            <a:chOff x="0" y="-9525"/>
            <a:chExt cx="4716882" cy="825948"/>
          </a:xfrm>
        </p:grpSpPr>
        <p:sp>
          <p:nvSpPr>
            <p:cNvPr id="495" name="Google Shape;495;p13"/>
            <p:cNvSpPr/>
            <p:nvPr/>
          </p:nvSpPr>
          <p:spPr>
            <a:xfrm>
              <a:off x="0" y="0"/>
              <a:ext cx="4716876" cy="816423"/>
            </a:xfrm>
            <a:custGeom>
              <a:rect b="b" l="l" r="r" t="t"/>
              <a:pathLst>
                <a:path extrusionOk="0" h="816423" w="4716876">
                  <a:moveTo>
                    <a:pt x="0" y="0"/>
                  </a:moveTo>
                  <a:lnTo>
                    <a:pt x="4716876" y="0"/>
                  </a:lnTo>
                  <a:lnTo>
                    <a:pt x="4716876" y="816423"/>
                  </a:lnTo>
                  <a:lnTo>
                    <a:pt x="0" y="81642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562" l="0" r="0" t="-96587"/>
              </a:stretch>
            </a:blipFill>
            <a:ln>
              <a:noFill/>
            </a:ln>
          </p:spPr>
        </p:sp>
        <p:sp>
          <p:nvSpPr>
            <p:cNvPr id="496" name="Google Shape;496;p13"/>
            <p:cNvSpPr txBox="1"/>
            <p:nvPr/>
          </p:nvSpPr>
          <p:spPr>
            <a:xfrm>
              <a:off x="0" y="-9525"/>
              <a:ext cx="4716882" cy="82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Main Challenges</a:t>
              </a:r>
              <a:endParaRPr/>
            </a:p>
          </p:txBody>
        </p:sp>
      </p:grpSp>
      <p:grpSp>
        <p:nvGrpSpPr>
          <p:cNvPr id="497" name="Google Shape;497;p13"/>
          <p:cNvGrpSpPr/>
          <p:nvPr/>
        </p:nvGrpSpPr>
        <p:grpSpPr>
          <a:xfrm>
            <a:off x="10012937" y="2732733"/>
            <a:ext cx="6860324" cy="3772644"/>
            <a:chOff x="0" y="-9525"/>
            <a:chExt cx="9147099" cy="5030192"/>
          </a:xfrm>
        </p:grpSpPr>
        <p:sp>
          <p:nvSpPr>
            <p:cNvPr id="498" name="Google Shape;498;p13"/>
            <p:cNvSpPr/>
            <p:nvPr/>
          </p:nvSpPr>
          <p:spPr>
            <a:xfrm>
              <a:off x="0" y="0"/>
              <a:ext cx="9147098" cy="5020667"/>
            </a:xfrm>
            <a:custGeom>
              <a:rect b="b" l="l" r="r" t="t"/>
              <a:pathLst>
                <a:path extrusionOk="0" h="5020667" w="9147098">
                  <a:moveTo>
                    <a:pt x="0" y="0"/>
                  </a:moveTo>
                  <a:lnTo>
                    <a:pt x="9147098" y="0"/>
                  </a:lnTo>
                  <a:lnTo>
                    <a:pt x="9147098" y="5020667"/>
                  </a:lnTo>
                  <a:lnTo>
                    <a:pt x="0" y="502066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56125" l="0" r="1033" t="-26390"/>
              </a:stretch>
            </a:blipFill>
            <a:ln>
              <a:noFill/>
            </a:ln>
          </p:spPr>
        </p:sp>
        <p:sp>
          <p:nvSpPr>
            <p:cNvPr id="499" name="Google Shape;499;p13"/>
            <p:cNvSpPr txBox="1"/>
            <p:nvPr/>
          </p:nvSpPr>
          <p:spPr>
            <a:xfrm>
              <a:off x="0" y="-9525"/>
              <a:ext cx="9147099" cy="503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59080" lvl="1" marL="51816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Maintaining reliable live video</a:t>
              </a:r>
              <a:endParaRPr/>
            </a:p>
            <a:p>
              <a:pPr indent="-259080" lvl="1" marL="51816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Reducing inference latency</a:t>
              </a:r>
              <a:endParaRPr/>
            </a:p>
            <a:p>
              <a:pPr indent="-259080" lvl="1" marL="51816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Preserving tracking between frames</a:t>
              </a:r>
              <a:endParaRPr/>
            </a:p>
            <a:p>
              <a:pPr indent="-259080" lvl="1" marL="51816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Selecting effective camera positions</a:t>
              </a:r>
              <a:endParaRPr/>
            </a:p>
            <a:p>
              <a:pPr indent="-259080" lvl="1" marL="51816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Keeping the system achievable within the hackathon timeline</a:t>
              </a:r>
              <a:endParaRPr/>
            </a:p>
            <a:p>
              <a:pPr indent="-259080" lvl="1" marL="51816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Making the AI agent proactive, explainable, and actionable</a:t>
              </a:r>
              <a:endParaRPr/>
            </a:p>
            <a:p>
              <a:pPr indent="-259080" lvl="1" marL="51816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2400"/>
                <a:buFont typeface="Arial"/>
                <a:buChar char="•"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Cost</a:t>
              </a:r>
              <a:endParaRPr/>
            </a:p>
            <a:p>
              <a:pPr indent="0" lvl="0" marL="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9" name="Google Shape;509;p14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510" name="Google Shape;510;p14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511" name="Google Shape;511;p14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13</a:t>
              </a:r>
              <a:endParaRPr/>
            </a:p>
          </p:txBody>
        </p:sp>
      </p:grpSp>
      <p:sp>
        <p:nvSpPr>
          <p:cNvPr id="512" name="Google Shape;512;p14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513" name="Google Shape;513;p14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514" name="Google Shape;514;p14"/>
          <p:cNvGrpSpPr/>
          <p:nvPr/>
        </p:nvGrpSpPr>
        <p:grpSpPr>
          <a:xfrm>
            <a:off x="1088946" y="667636"/>
            <a:ext cx="10492740" cy="901601"/>
            <a:chOff x="0" y="0"/>
            <a:chExt cx="13990320" cy="1202134"/>
          </a:xfrm>
        </p:grpSpPr>
        <p:sp>
          <p:nvSpPr>
            <p:cNvPr id="515" name="Google Shape;515;p14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516" name="Google Shape;516;p14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Biggest Challenges</a:t>
              </a:r>
              <a:endParaRPr/>
            </a:p>
          </p:txBody>
        </p:sp>
      </p:grpSp>
      <p:grpSp>
        <p:nvGrpSpPr>
          <p:cNvPr id="517" name="Google Shape;517;p14"/>
          <p:cNvGrpSpPr/>
          <p:nvPr/>
        </p:nvGrpSpPr>
        <p:grpSpPr>
          <a:xfrm>
            <a:off x="1028700" y="2127428"/>
            <a:ext cx="7393982" cy="1093329"/>
            <a:chOff x="0" y="-19050"/>
            <a:chExt cx="9858643" cy="1457771"/>
          </a:xfrm>
        </p:grpSpPr>
        <p:sp>
          <p:nvSpPr>
            <p:cNvPr id="518" name="Google Shape;518;p14"/>
            <p:cNvSpPr/>
            <p:nvPr/>
          </p:nvSpPr>
          <p:spPr>
            <a:xfrm>
              <a:off x="0" y="0"/>
              <a:ext cx="9858643" cy="1438721"/>
            </a:xfrm>
            <a:custGeom>
              <a:rect b="b" l="l" r="r" t="t"/>
              <a:pathLst>
                <a:path extrusionOk="0" h="1438721" w="9858643">
                  <a:moveTo>
                    <a:pt x="0" y="0"/>
                  </a:moveTo>
                  <a:lnTo>
                    <a:pt x="9858643" y="0"/>
                  </a:lnTo>
                  <a:lnTo>
                    <a:pt x="9858643" y="1438721"/>
                  </a:lnTo>
                  <a:lnTo>
                    <a:pt x="0" y="143872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804" l="0" r="19492" t="-66181"/>
              </a:stretch>
            </a:blipFill>
            <a:ln>
              <a:noFill/>
            </a:ln>
          </p:spPr>
        </p:sp>
        <p:sp>
          <p:nvSpPr>
            <p:cNvPr id="519" name="Google Shape;519;p14"/>
            <p:cNvSpPr txBox="1"/>
            <p:nvPr/>
          </p:nvSpPr>
          <p:spPr>
            <a:xfrm>
              <a:off x="0" y="-19050"/>
              <a:ext cx="9858643" cy="1457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 that time, we faced several challenges. These are the ones that are the biggest:</a:t>
              </a:r>
              <a:endParaRPr/>
            </a:p>
          </p:txBody>
        </p:sp>
      </p:grpSp>
      <p:grpSp>
        <p:nvGrpSpPr>
          <p:cNvPr id="520" name="Google Shape;520;p14"/>
          <p:cNvGrpSpPr/>
          <p:nvPr/>
        </p:nvGrpSpPr>
        <p:grpSpPr>
          <a:xfrm>
            <a:off x="675483" y="3699388"/>
            <a:ext cx="8989694" cy="3713180"/>
            <a:chOff x="0" y="-123825"/>
            <a:chExt cx="11986259" cy="4950906"/>
          </a:xfrm>
        </p:grpSpPr>
        <p:sp>
          <p:nvSpPr>
            <p:cNvPr id="521" name="Google Shape;521;p14"/>
            <p:cNvSpPr/>
            <p:nvPr/>
          </p:nvSpPr>
          <p:spPr>
            <a:xfrm>
              <a:off x="0" y="0"/>
              <a:ext cx="11986259" cy="4827081"/>
            </a:xfrm>
            <a:custGeom>
              <a:rect b="b" l="l" r="r" t="t"/>
              <a:pathLst>
                <a:path extrusionOk="0" h="4827081" w="11986259">
                  <a:moveTo>
                    <a:pt x="0" y="0"/>
                  </a:moveTo>
                  <a:lnTo>
                    <a:pt x="11986259" y="0"/>
                  </a:lnTo>
                  <a:lnTo>
                    <a:pt x="11986259" y="4827081"/>
                  </a:lnTo>
                  <a:lnTo>
                    <a:pt x="0" y="482708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55648" l="0" r="33782" t="-19725"/>
              </a:stretch>
            </a:blipFill>
            <a:ln>
              <a:noFill/>
            </a:ln>
          </p:spPr>
        </p:sp>
        <p:sp>
          <p:nvSpPr>
            <p:cNvPr id="522" name="Google Shape;522;p14"/>
            <p:cNvSpPr txBox="1"/>
            <p:nvPr/>
          </p:nvSpPr>
          <p:spPr>
            <a:xfrm>
              <a:off x="0" y="-123825"/>
              <a:ext cx="11986259" cy="4950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1" marL="647700" marR="0" rtl="0" algn="l">
                <a:lnSpc>
                  <a:spcPct val="15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 AI Background</a:t>
              </a:r>
              <a:endParaRPr/>
            </a:p>
            <a:p>
              <a:pPr indent="-323850" lvl="1" marL="647700" marR="0" rtl="0" algn="l">
                <a:lnSpc>
                  <a:spcPct val="15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First time working with AWS</a:t>
              </a:r>
              <a:endParaRPr/>
            </a:p>
            <a:p>
              <a:pPr indent="-323850" lvl="1" marL="647700" marR="0" rtl="0" algn="l">
                <a:lnSpc>
                  <a:spcPct val="15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Limited amount of time</a:t>
              </a:r>
              <a:endParaRPr/>
            </a:p>
            <a:p>
              <a:pPr indent="-323850" lvl="1" marL="647700" marR="0" rtl="0" algn="l">
                <a:lnSpc>
                  <a:spcPct val="15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Code didn’t work</a:t>
              </a:r>
              <a:endParaRPr/>
            </a:p>
            <a:p>
              <a:pPr indent="-323850" lvl="1" marL="647700" marR="0" rtl="0" algn="l">
                <a:lnSpc>
                  <a:spcPct val="15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Sleep deprivation</a:t>
              </a:r>
              <a:endParaRPr/>
            </a:p>
            <a:p>
              <a:pPr indent="0" lvl="0" marL="0" marR="0" rtl="0" algn="l">
                <a:lnSpc>
                  <a:spcPct val="15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p14"/>
          <p:cNvSpPr/>
          <p:nvPr/>
        </p:nvSpPr>
        <p:spPr>
          <a:xfrm>
            <a:off x="9029700" y="1741492"/>
            <a:ext cx="5903829" cy="5903829"/>
          </a:xfrm>
          <a:custGeom>
            <a:rect b="b" l="l" r="r" t="t"/>
            <a:pathLst>
              <a:path extrusionOk="0" h="812800" w="812800">
                <a:moveTo>
                  <a:pt x="30161" y="0"/>
                </a:moveTo>
                <a:lnTo>
                  <a:pt x="782639" y="0"/>
                </a:lnTo>
                <a:cubicBezTo>
                  <a:pt x="790638" y="0"/>
                  <a:pt x="798310" y="3178"/>
                  <a:pt x="803966" y="8834"/>
                </a:cubicBezTo>
                <a:cubicBezTo>
                  <a:pt x="809622" y="14490"/>
                  <a:pt x="812800" y="22162"/>
                  <a:pt x="812800" y="30161"/>
                </a:cubicBezTo>
                <a:lnTo>
                  <a:pt x="812800" y="782639"/>
                </a:lnTo>
                <a:cubicBezTo>
                  <a:pt x="812800" y="790638"/>
                  <a:pt x="809622" y="798310"/>
                  <a:pt x="803966" y="803966"/>
                </a:cubicBezTo>
                <a:cubicBezTo>
                  <a:pt x="798310" y="809622"/>
                  <a:pt x="790638" y="812800"/>
                  <a:pt x="782639" y="812800"/>
                </a:cubicBezTo>
                <a:lnTo>
                  <a:pt x="30161" y="812800"/>
                </a:lnTo>
                <a:cubicBezTo>
                  <a:pt x="22162" y="812800"/>
                  <a:pt x="14490" y="809622"/>
                  <a:pt x="8834" y="803966"/>
                </a:cubicBezTo>
                <a:cubicBezTo>
                  <a:pt x="3178" y="798310"/>
                  <a:pt x="0" y="790638"/>
                  <a:pt x="0" y="782639"/>
                </a:cubicBezTo>
                <a:lnTo>
                  <a:pt x="0" y="30161"/>
                </a:lnTo>
                <a:cubicBezTo>
                  <a:pt x="0" y="22162"/>
                  <a:pt x="3178" y="14490"/>
                  <a:pt x="8834" y="8834"/>
                </a:cubicBezTo>
                <a:cubicBezTo>
                  <a:pt x="14490" y="3178"/>
                  <a:pt x="22162" y="0"/>
                  <a:pt x="30161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667" l="0" r="0" t="-1666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9995000" y="3220757"/>
            <a:ext cx="3173372" cy="2808434"/>
          </a:xfrm>
          <a:custGeom>
            <a:rect b="b" l="l" r="r" t="t"/>
            <a:pathLst>
              <a:path extrusionOk="0" h="2808434" w="3173372">
                <a:moveTo>
                  <a:pt x="0" y="0"/>
                </a:moveTo>
                <a:lnTo>
                  <a:pt x="3173372" y="0"/>
                </a:lnTo>
                <a:lnTo>
                  <a:pt x="3173372" y="2808434"/>
                </a:lnTo>
                <a:lnTo>
                  <a:pt x="0" y="2808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5" name="Google Shape;525;p14"/>
          <p:cNvSpPr/>
          <p:nvPr/>
        </p:nvSpPr>
        <p:spPr>
          <a:xfrm>
            <a:off x="13168372" y="289094"/>
            <a:ext cx="5559740" cy="5559740"/>
          </a:xfrm>
          <a:custGeom>
            <a:rect b="b" l="l" r="r" t="t"/>
            <a:pathLst>
              <a:path extrusionOk="0" h="5559740" w="5559740">
                <a:moveTo>
                  <a:pt x="0" y="0"/>
                </a:moveTo>
                <a:lnTo>
                  <a:pt x="5559740" y="0"/>
                </a:lnTo>
                <a:lnTo>
                  <a:pt x="5559740" y="5559740"/>
                </a:lnTo>
                <a:lnTo>
                  <a:pt x="0" y="5559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6" name="Google Shape;526;p14"/>
          <p:cNvSpPr/>
          <p:nvPr/>
        </p:nvSpPr>
        <p:spPr>
          <a:xfrm>
            <a:off x="14524436" y="5602413"/>
            <a:ext cx="2847612" cy="2935683"/>
          </a:xfrm>
          <a:custGeom>
            <a:rect b="b" l="l" r="r" t="t"/>
            <a:pathLst>
              <a:path extrusionOk="0" h="2935683" w="2847612">
                <a:moveTo>
                  <a:pt x="0" y="0"/>
                </a:moveTo>
                <a:lnTo>
                  <a:pt x="2847612" y="0"/>
                </a:lnTo>
                <a:lnTo>
                  <a:pt x="2847612" y="2935682"/>
                </a:lnTo>
                <a:lnTo>
                  <a:pt x="0" y="2935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7" name="Google Shape;527;p14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7" name="Google Shape;537;p15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538" name="Google Shape;538;p15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539" name="Google Shape;539;p15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13</a:t>
              </a:r>
              <a:endParaRPr/>
            </a:p>
          </p:txBody>
        </p:sp>
      </p:grpSp>
      <p:sp>
        <p:nvSpPr>
          <p:cNvPr id="540" name="Google Shape;540;p15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541" name="Google Shape;541;p15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542" name="Google Shape;542;p15"/>
          <p:cNvGrpSpPr/>
          <p:nvPr/>
        </p:nvGrpSpPr>
        <p:grpSpPr>
          <a:xfrm>
            <a:off x="1088946" y="667636"/>
            <a:ext cx="10492740" cy="901601"/>
            <a:chOff x="0" y="0"/>
            <a:chExt cx="13990320" cy="1202134"/>
          </a:xfrm>
        </p:grpSpPr>
        <p:sp>
          <p:nvSpPr>
            <p:cNvPr id="543" name="Google Shape;543;p15"/>
            <p:cNvSpPr/>
            <p:nvPr/>
          </p:nvSpPr>
          <p:spPr>
            <a:xfrm>
              <a:off x="0" y="0"/>
              <a:ext cx="13990320" cy="1202134"/>
            </a:xfrm>
            <a:custGeom>
              <a:rect b="b" l="l" r="r" t="t"/>
              <a:pathLst>
                <a:path extrusionOk="0" h="1202134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202134"/>
                  </a:lnTo>
                  <a:lnTo>
                    <a:pt x="0" y="120213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1758" l="0" r="0" t="-191777"/>
              </a:stretch>
            </a:blipFill>
            <a:ln>
              <a:noFill/>
            </a:ln>
          </p:spPr>
        </p:sp>
        <p:sp>
          <p:nvSpPr>
            <p:cNvPr id="544" name="Google Shape;544;p15"/>
            <p:cNvSpPr txBox="1"/>
            <p:nvPr/>
          </p:nvSpPr>
          <p:spPr>
            <a:xfrm>
              <a:off x="0" y="9525"/>
              <a:ext cx="13990320" cy="1192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 Experiences</a:t>
              </a:r>
              <a:endParaRPr/>
            </a:p>
          </p:txBody>
        </p:sp>
      </p:grpSp>
      <p:grpSp>
        <p:nvGrpSpPr>
          <p:cNvPr id="545" name="Google Shape;545;p15"/>
          <p:cNvGrpSpPr/>
          <p:nvPr/>
        </p:nvGrpSpPr>
        <p:grpSpPr>
          <a:xfrm>
            <a:off x="1088946" y="1554950"/>
            <a:ext cx="11600474" cy="905828"/>
            <a:chOff x="0" y="-19050"/>
            <a:chExt cx="15467298" cy="1207770"/>
          </a:xfrm>
        </p:grpSpPr>
        <p:sp>
          <p:nvSpPr>
            <p:cNvPr id="546" name="Google Shape;546;p15"/>
            <p:cNvSpPr/>
            <p:nvPr/>
          </p:nvSpPr>
          <p:spPr>
            <a:xfrm>
              <a:off x="0" y="0"/>
              <a:ext cx="15467298" cy="1188720"/>
            </a:xfrm>
            <a:custGeom>
              <a:rect b="b" l="l" r="r" t="t"/>
              <a:pathLst>
                <a:path extrusionOk="0" h="1188720" w="15467298">
                  <a:moveTo>
                    <a:pt x="0" y="0"/>
                  </a:moveTo>
                  <a:lnTo>
                    <a:pt x="15467298" y="0"/>
                  </a:lnTo>
                  <a:lnTo>
                    <a:pt x="15467298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0100" l="0" r="48685" t="-80100"/>
              </a:stretch>
            </a:blipFill>
            <a:ln>
              <a:noFill/>
            </a:ln>
          </p:spPr>
        </p:sp>
        <p:sp>
          <p:nvSpPr>
            <p:cNvPr id="547" name="Google Shape;547;p15"/>
            <p:cNvSpPr txBox="1"/>
            <p:nvPr/>
          </p:nvSpPr>
          <p:spPr>
            <a:xfrm>
              <a:off x="0" y="-19050"/>
              <a:ext cx="15467297" cy="120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Even though there were hardships, we still found joys in that day</a:t>
              </a:r>
              <a:endParaRPr/>
            </a:p>
          </p:txBody>
        </p:sp>
      </p:grpSp>
      <p:grpSp>
        <p:nvGrpSpPr>
          <p:cNvPr id="548" name="Google Shape;548;p15"/>
          <p:cNvGrpSpPr/>
          <p:nvPr/>
        </p:nvGrpSpPr>
        <p:grpSpPr>
          <a:xfrm>
            <a:off x="736105" y="2984210"/>
            <a:ext cx="8097333" cy="5927742"/>
            <a:chOff x="0" y="-104775"/>
            <a:chExt cx="10796443" cy="7903656"/>
          </a:xfrm>
        </p:grpSpPr>
        <p:sp>
          <p:nvSpPr>
            <p:cNvPr id="549" name="Google Shape;549;p15"/>
            <p:cNvSpPr/>
            <p:nvPr/>
          </p:nvSpPr>
          <p:spPr>
            <a:xfrm>
              <a:off x="0" y="0"/>
              <a:ext cx="10796443" cy="7798881"/>
            </a:xfrm>
            <a:custGeom>
              <a:rect b="b" l="l" r="r" t="t"/>
              <a:pathLst>
                <a:path extrusionOk="0" h="7798881" w="10796443">
                  <a:moveTo>
                    <a:pt x="0" y="0"/>
                  </a:moveTo>
                  <a:lnTo>
                    <a:pt x="10796443" y="0"/>
                  </a:lnTo>
                  <a:lnTo>
                    <a:pt x="10796443" y="7798881"/>
                  </a:lnTo>
                  <a:lnTo>
                    <a:pt x="0" y="7798881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72548" l="0" r="26485" t="-12209"/>
              </a:stretch>
            </a:blipFill>
            <a:ln>
              <a:noFill/>
            </a:ln>
          </p:spPr>
        </p:sp>
        <p:sp>
          <p:nvSpPr>
            <p:cNvPr id="550" name="Google Shape;550;p15"/>
            <p:cNvSpPr txBox="1"/>
            <p:nvPr/>
          </p:nvSpPr>
          <p:spPr>
            <a:xfrm>
              <a:off x="0" y="-104775"/>
              <a:ext cx="10796442" cy="7903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Took a stroll around VinHome at midnight</a:t>
              </a:r>
              <a:endParaRPr/>
            </a:p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Forgot to commit code</a:t>
              </a:r>
              <a:endParaRPr/>
            </a:p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Got quarrel because we didn’t know who did what</a:t>
              </a:r>
              <a:endParaRPr/>
            </a:p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Debugging until 3AM the next day</a:t>
              </a:r>
              <a:endParaRPr/>
            </a:p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Accidentally pushed env file onto Github</a:t>
              </a:r>
              <a:endParaRPr/>
            </a:p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Drank 5 redbulls.</a:t>
              </a:r>
              <a:endParaRPr/>
            </a:p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Ate a lot KFC and snacks.</a:t>
              </a:r>
              <a:endParaRPr/>
            </a:p>
            <a:p>
              <a:pPr indent="-323850" lvl="1" marL="64770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Met amazing people</a:t>
              </a:r>
              <a:endParaRPr/>
            </a:p>
            <a:p>
              <a:pPr indent="0" lvl="0" marL="0" marR="0" rtl="0" algn="l">
                <a:lnSpc>
                  <a:spcPct val="15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" name="Google Shape;551;p15"/>
          <p:cNvSpPr/>
          <p:nvPr/>
        </p:nvSpPr>
        <p:spPr>
          <a:xfrm>
            <a:off x="9452562" y="3223344"/>
            <a:ext cx="8131355" cy="5246370"/>
          </a:xfrm>
          <a:custGeom>
            <a:rect b="b" l="l" r="r" t="t"/>
            <a:pathLst>
              <a:path extrusionOk="0" h="812800" w="1259760">
                <a:moveTo>
                  <a:pt x="21898" y="0"/>
                </a:moveTo>
                <a:lnTo>
                  <a:pt x="1237861" y="0"/>
                </a:lnTo>
                <a:cubicBezTo>
                  <a:pt x="1249955" y="0"/>
                  <a:pt x="1259760" y="9804"/>
                  <a:pt x="1259760" y="21898"/>
                </a:cubicBezTo>
                <a:lnTo>
                  <a:pt x="1259760" y="790902"/>
                </a:lnTo>
                <a:cubicBezTo>
                  <a:pt x="1259760" y="802996"/>
                  <a:pt x="1249955" y="812800"/>
                  <a:pt x="1237861" y="812800"/>
                </a:cubicBezTo>
                <a:lnTo>
                  <a:pt x="21898" y="812800"/>
                </a:lnTo>
                <a:cubicBezTo>
                  <a:pt x="9804" y="812800"/>
                  <a:pt x="0" y="802996"/>
                  <a:pt x="0" y="790902"/>
                </a:cubicBezTo>
                <a:lnTo>
                  <a:pt x="0" y="21898"/>
                </a:lnTo>
                <a:cubicBezTo>
                  <a:pt x="0" y="9804"/>
                  <a:pt x="9804" y="0"/>
                  <a:pt x="21898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121" l="0" r="0" t="-8121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2" name="Google Shape;562;p16"/>
          <p:cNvGrpSpPr/>
          <p:nvPr/>
        </p:nvGrpSpPr>
        <p:grpSpPr>
          <a:xfrm>
            <a:off x="14173200" y="9515475"/>
            <a:ext cx="4114800" cy="554832"/>
            <a:chOff x="0" y="-9525"/>
            <a:chExt cx="5486400" cy="739775"/>
          </a:xfrm>
        </p:grpSpPr>
        <p:sp>
          <p:nvSpPr>
            <p:cNvPr id="563" name="Google Shape;563;p16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564" name="Google Shape;564;p16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12</a:t>
              </a:r>
              <a:endParaRPr/>
            </a:p>
          </p:txBody>
        </p:sp>
      </p:grpSp>
      <p:sp>
        <p:nvSpPr>
          <p:cNvPr id="565" name="Google Shape;565;p16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id="566" name="Google Shape;566;p16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567" name="Google Shape;567;p16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grpSp>
        <p:nvGrpSpPr>
          <p:cNvPr id="568" name="Google Shape;568;p16"/>
          <p:cNvGrpSpPr/>
          <p:nvPr/>
        </p:nvGrpSpPr>
        <p:grpSpPr>
          <a:xfrm>
            <a:off x="1165860" y="485556"/>
            <a:ext cx="10492740" cy="630936"/>
            <a:chOff x="0" y="0"/>
            <a:chExt cx="13990320" cy="841248"/>
          </a:xfrm>
        </p:grpSpPr>
        <p:sp>
          <p:nvSpPr>
            <p:cNvPr id="569" name="Google Shape;569;p16"/>
            <p:cNvSpPr/>
            <p:nvPr/>
          </p:nvSpPr>
          <p:spPr>
            <a:xfrm>
              <a:off x="0" y="0"/>
              <a:ext cx="13990320" cy="841248"/>
            </a:xfrm>
            <a:custGeom>
              <a:rect b="b" l="l" r="r" t="t"/>
              <a:pathLst>
                <a:path extrusionOk="0" h="841248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841248"/>
                  </a:lnTo>
                  <a:lnTo>
                    <a:pt x="0" y="8412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74044" l="0" r="0" t="-274044"/>
              </a:stretch>
            </a:blipFill>
            <a:ln>
              <a:noFill/>
            </a:ln>
          </p:spPr>
        </p:sp>
        <p:sp>
          <p:nvSpPr>
            <p:cNvPr id="570" name="Google Shape;570;p16"/>
            <p:cNvSpPr txBox="1"/>
            <p:nvPr/>
          </p:nvSpPr>
          <p:spPr>
            <a:xfrm>
              <a:off x="0" y="9525"/>
              <a:ext cx="13990320" cy="831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What I'd Prepare Next Time</a:t>
              </a:r>
              <a:endParaRPr/>
            </a:p>
          </p:txBody>
        </p:sp>
      </p:grpSp>
      <p:grpSp>
        <p:nvGrpSpPr>
          <p:cNvPr id="571" name="Google Shape;571;p16"/>
          <p:cNvGrpSpPr/>
          <p:nvPr/>
        </p:nvGrpSpPr>
        <p:grpSpPr>
          <a:xfrm>
            <a:off x="1207008" y="1232792"/>
            <a:ext cx="7749540" cy="391192"/>
            <a:chOff x="0" y="-9525"/>
            <a:chExt cx="10332720" cy="521589"/>
          </a:xfrm>
        </p:grpSpPr>
        <p:sp>
          <p:nvSpPr>
            <p:cNvPr id="572" name="Google Shape;572;p16"/>
            <p:cNvSpPr/>
            <p:nvPr/>
          </p:nvSpPr>
          <p:spPr>
            <a:xfrm>
              <a:off x="0" y="0"/>
              <a:ext cx="10332720" cy="512064"/>
            </a:xfrm>
            <a:custGeom>
              <a:rect b="b" l="l" r="r" t="t"/>
              <a:pathLst>
                <a:path extrusionOk="0" h="51206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43205" l="0" r="0" t="-343205"/>
              </a:stretch>
            </a:blipFill>
            <a:ln>
              <a:noFill/>
            </a:ln>
          </p:spPr>
        </p:sp>
        <p:sp>
          <p:nvSpPr>
            <p:cNvPr id="573" name="Google Shape;573;p16"/>
            <p:cNvSpPr txBox="1"/>
            <p:nvPr/>
          </p:nvSpPr>
          <p:spPr>
            <a:xfrm>
              <a:off x="0" y="-9525"/>
              <a:ext cx="1033272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Four things that make the weekend smoother.</a:t>
              </a:r>
              <a:endParaRPr/>
            </a:p>
          </p:txBody>
        </p:sp>
      </p:grpSp>
      <p:sp>
        <p:nvSpPr>
          <p:cNvPr id="574" name="Google Shape;574;p16"/>
          <p:cNvSpPr/>
          <p:nvPr/>
        </p:nvSpPr>
        <p:spPr>
          <a:xfrm>
            <a:off x="1156335" y="1979295"/>
            <a:ext cx="1870710" cy="622554"/>
          </a:xfrm>
          <a:custGeom>
            <a:rect b="b" l="l" r="r" t="t"/>
            <a:pathLst>
              <a:path extrusionOk="0" h="830072" w="2494280">
                <a:moveTo>
                  <a:pt x="0" y="188595"/>
                </a:moveTo>
                <a:cubicBezTo>
                  <a:pt x="0" y="84455"/>
                  <a:pt x="84455" y="0"/>
                  <a:pt x="188595" y="0"/>
                </a:cubicBezTo>
                <a:lnTo>
                  <a:pt x="2305685" y="0"/>
                </a:lnTo>
                <a:cubicBezTo>
                  <a:pt x="2409825" y="0"/>
                  <a:pt x="2494280" y="84455"/>
                  <a:pt x="2494280" y="188595"/>
                </a:cubicBezTo>
                <a:lnTo>
                  <a:pt x="2494280" y="641477"/>
                </a:lnTo>
                <a:cubicBezTo>
                  <a:pt x="2494280" y="745617"/>
                  <a:pt x="2409825" y="830072"/>
                  <a:pt x="2305685" y="830072"/>
                </a:cubicBezTo>
                <a:lnTo>
                  <a:pt x="188595" y="830072"/>
                </a:lnTo>
                <a:cubicBezTo>
                  <a:pt x="84455" y="830072"/>
                  <a:pt x="0" y="745617"/>
                  <a:pt x="0" y="641477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5" name="Google Shape;575;p16"/>
          <p:cNvGrpSpPr/>
          <p:nvPr/>
        </p:nvGrpSpPr>
        <p:grpSpPr>
          <a:xfrm>
            <a:off x="1344168" y="2087557"/>
            <a:ext cx="1508760" cy="357988"/>
            <a:chOff x="0" y="-19050"/>
            <a:chExt cx="2011680" cy="477318"/>
          </a:xfrm>
        </p:grpSpPr>
        <p:sp>
          <p:nvSpPr>
            <p:cNvPr id="576" name="Google Shape;576;p16"/>
            <p:cNvSpPr/>
            <p:nvPr/>
          </p:nvSpPr>
          <p:spPr>
            <a:xfrm>
              <a:off x="0" y="0"/>
              <a:ext cx="2011680" cy="458268"/>
            </a:xfrm>
            <a:custGeom>
              <a:rect b="b" l="l" r="r" t="t"/>
              <a:pathLst>
                <a:path extrusionOk="0" h="45826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58268"/>
                  </a:lnTo>
                  <a:lnTo>
                    <a:pt x="0" y="45826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5534" l="0" r="0" t="-35534"/>
              </a:stretch>
            </a:blipFill>
            <a:ln>
              <a:noFill/>
            </a:ln>
          </p:spPr>
        </p:sp>
        <p:sp>
          <p:nvSpPr>
            <p:cNvPr id="577" name="Google Shape;577;p16"/>
            <p:cNvSpPr txBox="1"/>
            <p:nvPr/>
          </p:nvSpPr>
          <p:spPr>
            <a:xfrm>
              <a:off x="0" y="-19050"/>
              <a:ext cx="2011680" cy="477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clear goal</a:t>
              </a:r>
              <a:endParaRPr/>
            </a:p>
          </p:txBody>
        </p:sp>
      </p:grpSp>
      <p:grpSp>
        <p:nvGrpSpPr>
          <p:cNvPr id="578" name="Google Shape;578;p16"/>
          <p:cNvGrpSpPr/>
          <p:nvPr/>
        </p:nvGrpSpPr>
        <p:grpSpPr>
          <a:xfrm>
            <a:off x="3360420" y="2007346"/>
            <a:ext cx="7132320" cy="525552"/>
            <a:chOff x="0" y="-9525"/>
            <a:chExt cx="9509760" cy="700735"/>
          </a:xfrm>
        </p:grpSpPr>
        <p:sp>
          <p:nvSpPr>
            <p:cNvPr id="579" name="Google Shape;579;p16"/>
            <p:cNvSpPr/>
            <p:nvPr/>
          </p:nvSpPr>
          <p:spPr>
            <a:xfrm>
              <a:off x="0" y="0"/>
              <a:ext cx="9509760" cy="691210"/>
            </a:xfrm>
            <a:custGeom>
              <a:rect b="b" l="l" r="r" t="t"/>
              <a:pathLst>
                <a:path extrusionOk="0" h="69121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91210"/>
                  </a:lnTo>
                  <a:lnTo>
                    <a:pt x="0" y="69121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91893" l="0" r="0" t="-244271"/>
              </a:stretch>
            </a:blipFill>
            <a:ln>
              <a:noFill/>
            </a:ln>
          </p:spPr>
        </p:sp>
        <p:sp>
          <p:nvSpPr>
            <p:cNvPr id="580" name="Google Shape;580;p16"/>
            <p:cNvSpPr txBox="1"/>
            <p:nvPr/>
          </p:nvSpPr>
          <p:spPr>
            <a:xfrm>
              <a:off x="0" y="-9525"/>
              <a:ext cx="9509760" cy="700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Know what “done” looks like early</a:t>
              </a:r>
              <a:endParaRPr/>
            </a:p>
          </p:txBody>
        </p:sp>
      </p:grpSp>
      <p:sp>
        <p:nvSpPr>
          <p:cNvPr id="581" name="Google Shape;581;p16"/>
          <p:cNvSpPr/>
          <p:nvPr/>
        </p:nvSpPr>
        <p:spPr>
          <a:xfrm>
            <a:off x="1156335" y="3350895"/>
            <a:ext cx="1870710" cy="622554"/>
          </a:xfrm>
          <a:custGeom>
            <a:rect b="b" l="l" r="r" t="t"/>
            <a:pathLst>
              <a:path extrusionOk="0" h="830072" w="2494280">
                <a:moveTo>
                  <a:pt x="0" y="188595"/>
                </a:moveTo>
                <a:cubicBezTo>
                  <a:pt x="0" y="84455"/>
                  <a:pt x="84455" y="0"/>
                  <a:pt x="188595" y="0"/>
                </a:cubicBezTo>
                <a:lnTo>
                  <a:pt x="2305685" y="0"/>
                </a:lnTo>
                <a:cubicBezTo>
                  <a:pt x="2409825" y="0"/>
                  <a:pt x="2494280" y="84455"/>
                  <a:pt x="2494280" y="188595"/>
                </a:cubicBezTo>
                <a:lnTo>
                  <a:pt x="2494280" y="641477"/>
                </a:lnTo>
                <a:cubicBezTo>
                  <a:pt x="2494280" y="745617"/>
                  <a:pt x="2409825" y="830072"/>
                  <a:pt x="2305685" y="830072"/>
                </a:cubicBezTo>
                <a:lnTo>
                  <a:pt x="188595" y="830072"/>
                </a:lnTo>
                <a:cubicBezTo>
                  <a:pt x="84455" y="830072"/>
                  <a:pt x="0" y="745617"/>
                  <a:pt x="0" y="641477"/>
                </a:cubicBezTo>
                <a:close/>
              </a:path>
            </a:pathLst>
          </a:custGeom>
          <a:solidFill>
            <a:srgbClr val="8D2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2" name="Google Shape;582;p16"/>
          <p:cNvGrpSpPr/>
          <p:nvPr/>
        </p:nvGrpSpPr>
        <p:grpSpPr>
          <a:xfrm>
            <a:off x="743690" y="3491132"/>
            <a:ext cx="2709716" cy="271998"/>
            <a:chOff x="0" y="-19050"/>
            <a:chExt cx="2011680" cy="201930"/>
          </a:xfrm>
        </p:grpSpPr>
        <p:sp>
          <p:nvSpPr>
            <p:cNvPr id="583" name="Google Shape;583;p16"/>
            <p:cNvSpPr/>
            <p:nvPr/>
          </p:nvSpPr>
          <p:spPr>
            <a:xfrm>
              <a:off x="0" y="0"/>
              <a:ext cx="2011680" cy="182880"/>
            </a:xfrm>
            <a:custGeom>
              <a:rect b="b" l="l" r="r" t="t"/>
              <a:pathLst>
                <a:path extrusionOk="0" h="1828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82880"/>
                  </a:lnTo>
                  <a:lnTo>
                    <a:pt x="0" y="1828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4335" l="0" r="0" t="-164335"/>
              </a:stretch>
            </a:blipFill>
            <a:ln>
              <a:noFill/>
            </a:ln>
          </p:spPr>
        </p:sp>
        <p:sp>
          <p:nvSpPr>
            <p:cNvPr id="584" name="Google Shape;584;p16"/>
            <p:cNvSpPr txBox="1"/>
            <p:nvPr/>
          </p:nvSpPr>
          <p:spPr>
            <a:xfrm>
              <a:off x="0" y="-19050"/>
              <a:ext cx="2011680" cy="201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ready toolkit</a:t>
              </a:r>
              <a:endParaRPr/>
            </a:p>
          </p:txBody>
        </p:sp>
      </p:grpSp>
      <p:grpSp>
        <p:nvGrpSpPr>
          <p:cNvPr id="585" name="Google Shape;585;p16"/>
          <p:cNvGrpSpPr/>
          <p:nvPr/>
        </p:nvGrpSpPr>
        <p:grpSpPr>
          <a:xfrm>
            <a:off x="3360420" y="3385985"/>
            <a:ext cx="7132320" cy="500807"/>
            <a:chOff x="0" y="-9525"/>
            <a:chExt cx="9509760" cy="667742"/>
          </a:xfrm>
        </p:grpSpPr>
        <p:sp>
          <p:nvSpPr>
            <p:cNvPr id="586" name="Google Shape;586;p16"/>
            <p:cNvSpPr/>
            <p:nvPr/>
          </p:nvSpPr>
          <p:spPr>
            <a:xfrm>
              <a:off x="0" y="0"/>
              <a:ext cx="9509760" cy="658217"/>
            </a:xfrm>
            <a:custGeom>
              <a:rect b="b" l="l" r="r" t="t"/>
              <a:pathLst>
                <a:path extrusionOk="0" h="65821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6520" l="0" r="0" t="-256511"/>
              </a:stretch>
            </a:blipFill>
            <a:ln>
              <a:noFill/>
            </a:ln>
          </p:spPr>
        </p:sp>
        <p:sp>
          <p:nvSpPr>
            <p:cNvPr id="587" name="Google Shape;587;p16"/>
            <p:cNvSpPr txBox="1"/>
            <p:nvPr/>
          </p:nvSpPr>
          <p:spPr>
            <a:xfrm>
              <a:off x="0" y="-9525"/>
              <a:ext cx="950976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Starter templates and accounts set up</a:t>
              </a:r>
              <a:endParaRPr/>
            </a:p>
          </p:txBody>
        </p:sp>
      </p:grpSp>
      <p:sp>
        <p:nvSpPr>
          <p:cNvPr id="588" name="Google Shape;588;p16"/>
          <p:cNvSpPr/>
          <p:nvPr/>
        </p:nvSpPr>
        <p:spPr>
          <a:xfrm>
            <a:off x="1156335" y="4722495"/>
            <a:ext cx="1870710" cy="622554"/>
          </a:xfrm>
          <a:custGeom>
            <a:rect b="b" l="l" r="r" t="t"/>
            <a:pathLst>
              <a:path extrusionOk="0" h="830072" w="2494280">
                <a:moveTo>
                  <a:pt x="0" y="188595"/>
                </a:moveTo>
                <a:cubicBezTo>
                  <a:pt x="0" y="84455"/>
                  <a:pt x="84455" y="0"/>
                  <a:pt x="188595" y="0"/>
                </a:cubicBezTo>
                <a:lnTo>
                  <a:pt x="2305685" y="0"/>
                </a:lnTo>
                <a:cubicBezTo>
                  <a:pt x="2409825" y="0"/>
                  <a:pt x="2494280" y="84455"/>
                  <a:pt x="2494280" y="188595"/>
                </a:cubicBezTo>
                <a:lnTo>
                  <a:pt x="2494280" y="641477"/>
                </a:lnTo>
                <a:cubicBezTo>
                  <a:pt x="2494280" y="745617"/>
                  <a:pt x="2409825" y="830072"/>
                  <a:pt x="2305685" y="830072"/>
                </a:cubicBezTo>
                <a:lnTo>
                  <a:pt x="188595" y="830072"/>
                </a:lnTo>
                <a:cubicBezTo>
                  <a:pt x="84455" y="830072"/>
                  <a:pt x="0" y="745617"/>
                  <a:pt x="0" y="641477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9" name="Google Shape;589;p16"/>
          <p:cNvGrpSpPr/>
          <p:nvPr/>
        </p:nvGrpSpPr>
        <p:grpSpPr>
          <a:xfrm>
            <a:off x="911923" y="4904176"/>
            <a:ext cx="2359533" cy="236847"/>
            <a:chOff x="0" y="-19050"/>
            <a:chExt cx="2011680" cy="201930"/>
          </a:xfrm>
        </p:grpSpPr>
        <p:sp>
          <p:nvSpPr>
            <p:cNvPr id="590" name="Google Shape;590;p16"/>
            <p:cNvSpPr/>
            <p:nvPr/>
          </p:nvSpPr>
          <p:spPr>
            <a:xfrm>
              <a:off x="0" y="0"/>
              <a:ext cx="2011680" cy="182880"/>
            </a:xfrm>
            <a:custGeom>
              <a:rect b="b" l="l" r="r" t="t"/>
              <a:pathLst>
                <a:path extrusionOk="0" h="1828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82880"/>
                  </a:lnTo>
                  <a:lnTo>
                    <a:pt x="0" y="1828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4335" l="0" r="0" t="-164335"/>
              </a:stretch>
            </a:blipFill>
            <a:ln>
              <a:noFill/>
            </a:ln>
          </p:spPr>
        </p:sp>
        <p:sp>
          <p:nvSpPr>
            <p:cNvPr id="591" name="Google Shape;591;p16"/>
            <p:cNvSpPr txBox="1"/>
            <p:nvPr/>
          </p:nvSpPr>
          <p:spPr>
            <a:xfrm>
              <a:off x="0" y="-19050"/>
              <a:ext cx="2011680" cy="201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Defined roles</a:t>
              </a:r>
              <a:endParaRPr/>
            </a:p>
          </p:txBody>
        </p:sp>
      </p:grpSp>
      <p:grpSp>
        <p:nvGrpSpPr>
          <p:cNvPr id="592" name="Google Shape;592;p16"/>
          <p:cNvGrpSpPr/>
          <p:nvPr/>
        </p:nvGrpSpPr>
        <p:grpSpPr>
          <a:xfrm>
            <a:off x="3360420" y="4785236"/>
            <a:ext cx="7132320" cy="500807"/>
            <a:chOff x="0" y="-9525"/>
            <a:chExt cx="9509760" cy="667742"/>
          </a:xfrm>
        </p:grpSpPr>
        <p:sp>
          <p:nvSpPr>
            <p:cNvPr id="593" name="Google Shape;593;p16"/>
            <p:cNvSpPr/>
            <p:nvPr/>
          </p:nvSpPr>
          <p:spPr>
            <a:xfrm>
              <a:off x="0" y="0"/>
              <a:ext cx="9509760" cy="658217"/>
            </a:xfrm>
            <a:custGeom>
              <a:rect b="b" l="l" r="r" t="t"/>
              <a:pathLst>
                <a:path extrusionOk="0" h="65821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6520" l="0" r="0" t="-256511"/>
              </a:stretch>
            </a:blipFill>
            <a:ln>
              <a:noFill/>
            </a:ln>
          </p:spPr>
        </p:sp>
        <p:sp>
          <p:nvSpPr>
            <p:cNvPr id="594" name="Google Shape;594;p16"/>
            <p:cNvSpPr txBox="1"/>
            <p:nvPr/>
          </p:nvSpPr>
          <p:spPr>
            <a:xfrm>
              <a:off x="0" y="-9525"/>
              <a:ext cx="950976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Who codes, who designs, who pitches</a:t>
              </a:r>
              <a:endParaRPr/>
            </a:p>
          </p:txBody>
        </p:sp>
      </p:grpSp>
      <p:sp>
        <p:nvSpPr>
          <p:cNvPr id="595" name="Google Shape;595;p16"/>
          <p:cNvSpPr/>
          <p:nvPr/>
        </p:nvSpPr>
        <p:spPr>
          <a:xfrm>
            <a:off x="1156335" y="6094095"/>
            <a:ext cx="1870710" cy="622554"/>
          </a:xfrm>
          <a:custGeom>
            <a:rect b="b" l="l" r="r" t="t"/>
            <a:pathLst>
              <a:path extrusionOk="0" h="830072" w="2494280">
                <a:moveTo>
                  <a:pt x="0" y="188595"/>
                </a:moveTo>
                <a:cubicBezTo>
                  <a:pt x="0" y="84455"/>
                  <a:pt x="84455" y="0"/>
                  <a:pt x="188595" y="0"/>
                </a:cubicBezTo>
                <a:lnTo>
                  <a:pt x="2305685" y="0"/>
                </a:lnTo>
                <a:cubicBezTo>
                  <a:pt x="2409825" y="0"/>
                  <a:pt x="2494280" y="84455"/>
                  <a:pt x="2494280" y="188595"/>
                </a:cubicBezTo>
                <a:lnTo>
                  <a:pt x="2494280" y="641477"/>
                </a:lnTo>
                <a:cubicBezTo>
                  <a:pt x="2494280" y="745617"/>
                  <a:pt x="2409825" y="830072"/>
                  <a:pt x="2305685" y="830072"/>
                </a:cubicBezTo>
                <a:lnTo>
                  <a:pt x="188595" y="830072"/>
                </a:lnTo>
                <a:cubicBezTo>
                  <a:pt x="84455" y="830072"/>
                  <a:pt x="0" y="745617"/>
                  <a:pt x="0" y="641477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6" name="Google Shape;596;p16"/>
          <p:cNvGrpSpPr/>
          <p:nvPr/>
        </p:nvGrpSpPr>
        <p:grpSpPr>
          <a:xfrm>
            <a:off x="1344168" y="6199061"/>
            <a:ext cx="1508760" cy="439483"/>
            <a:chOff x="0" y="-19050"/>
            <a:chExt cx="2011680" cy="585978"/>
          </a:xfrm>
        </p:grpSpPr>
        <p:sp>
          <p:nvSpPr>
            <p:cNvPr id="597" name="Google Shape;597;p16"/>
            <p:cNvSpPr/>
            <p:nvPr/>
          </p:nvSpPr>
          <p:spPr>
            <a:xfrm>
              <a:off x="0" y="0"/>
              <a:ext cx="2011680" cy="566928"/>
            </a:xfrm>
            <a:custGeom>
              <a:rect b="b" l="l" r="r" t="t"/>
              <a:pathLst>
                <a:path extrusionOk="0" h="56692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66928"/>
                  </a:lnTo>
                  <a:lnTo>
                    <a:pt x="0" y="56692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9139" l="0" r="0" t="-19139"/>
              </a:stretch>
            </a:blipFill>
            <a:ln>
              <a:noFill/>
            </a:ln>
          </p:spPr>
        </p:sp>
        <p:sp>
          <p:nvSpPr>
            <p:cNvPr id="598" name="Google Shape;598;p16"/>
            <p:cNvSpPr txBox="1"/>
            <p:nvPr/>
          </p:nvSpPr>
          <p:spPr>
            <a:xfrm>
              <a:off x="0" y="-19050"/>
              <a:ext cx="2011680" cy="58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demo plan</a:t>
              </a:r>
              <a:endParaRPr/>
            </a:p>
          </p:txBody>
        </p:sp>
      </p:grpSp>
      <p:grpSp>
        <p:nvGrpSpPr>
          <p:cNvPr id="599" name="Google Shape;599;p16"/>
          <p:cNvGrpSpPr/>
          <p:nvPr/>
        </p:nvGrpSpPr>
        <p:grpSpPr>
          <a:xfrm>
            <a:off x="3360420" y="6151397"/>
            <a:ext cx="7132320" cy="500807"/>
            <a:chOff x="0" y="-9525"/>
            <a:chExt cx="9509760" cy="667742"/>
          </a:xfrm>
        </p:grpSpPr>
        <p:sp>
          <p:nvSpPr>
            <p:cNvPr id="600" name="Google Shape;600;p16"/>
            <p:cNvSpPr/>
            <p:nvPr/>
          </p:nvSpPr>
          <p:spPr>
            <a:xfrm>
              <a:off x="0" y="0"/>
              <a:ext cx="9509760" cy="658217"/>
            </a:xfrm>
            <a:custGeom>
              <a:rect b="b" l="l" r="r" t="t"/>
              <a:pathLst>
                <a:path extrusionOk="0" h="65821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6520" l="0" r="0" t="-256511"/>
              </a:stretch>
            </a:blipFill>
            <a:ln>
              <a:noFill/>
            </a:ln>
          </p:spPr>
        </p:sp>
        <p:sp>
          <p:nvSpPr>
            <p:cNvPr id="601" name="Google Shape;601;p16"/>
            <p:cNvSpPr txBox="1"/>
            <p:nvPr/>
          </p:nvSpPr>
          <p:spPr>
            <a:xfrm>
              <a:off x="0" y="-9525"/>
              <a:ext cx="950976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Rehearse the three-minute story</a:t>
              </a:r>
              <a:endParaRPr/>
            </a:p>
          </p:txBody>
        </p:sp>
      </p:grpSp>
      <p:sp>
        <p:nvSpPr>
          <p:cNvPr descr="/mnt/data/a_clean_colorful_split_infographic_illustration_i.png" id="602" name="Google Shape;602;p16"/>
          <p:cNvSpPr/>
          <p:nvPr/>
        </p:nvSpPr>
        <p:spPr>
          <a:xfrm>
            <a:off x="8956548" y="1873672"/>
            <a:ext cx="7898130" cy="5349240"/>
          </a:xfrm>
          <a:custGeom>
            <a:rect b="b" l="l" r="r" t="t"/>
            <a:pathLst>
              <a:path extrusionOk="0" h="7132320" w="10530840">
                <a:moveTo>
                  <a:pt x="0" y="0"/>
                </a:moveTo>
                <a:lnTo>
                  <a:pt x="10530840" y="0"/>
                </a:lnTo>
                <a:lnTo>
                  <a:pt x="10530840" y="7132320"/>
                </a:lnTo>
                <a:lnTo>
                  <a:pt x="0" y="713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0170" r="-10170" t="0"/>
            </a:stretch>
          </a:blipFill>
          <a:ln>
            <a:noFill/>
          </a:ln>
        </p:spPr>
      </p:sp>
      <p:sp>
        <p:nvSpPr>
          <p:cNvPr id="603" name="Google Shape;603;p16"/>
          <p:cNvSpPr/>
          <p:nvPr/>
        </p:nvSpPr>
        <p:spPr>
          <a:xfrm>
            <a:off x="1156335" y="7555649"/>
            <a:ext cx="7264106" cy="1172336"/>
          </a:xfrm>
          <a:custGeom>
            <a:rect b="b" l="l" r="r" t="t"/>
            <a:pathLst>
              <a:path extrusionOk="0" h="1563116" w="9685475">
                <a:moveTo>
                  <a:pt x="0" y="275844"/>
                </a:moveTo>
                <a:cubicBezTo>
                  <a:pt x="0" y="123444"/>
                  <a:pt x="123196" y="0"/>
                  <a:pt x="275290" y="0"/>
                </a:cubicBezTo>
                <a:lnTo>
                  <a:pt x="9410186" y="0"/>
                </a:lnTo>
                <a:cubicBezTo>
                  <a:pt x="9562280" y="0"/>
                  <a:pt x="9685475" y="123444"/>
                  <a:pt x="9685475" y="275844"/>
                </a:cubicBezTo>
                <a:lnTo>
                  <a:pt x="9685475" y="1287272"/>
                </a:lnTo>
                <a:cubicBezTo>
                  <a:pt x="9685475" y="1439672"/>
                  <a:pt x="9562280" y="1563116"/>
                  <a:pt x="9410186" y="1563116"/>
                </a:cubicBezTo>
                <a:lnTo>
                  <a:pt x="275290" y="1563116"/>
                </a:lnTo>
                <a:cubicBezTo>
                  <a:pt x="123196" y="1563116"/>
                  <a:pt x="0" y="1439672"/>
                  <a:pt x="0" y="1287272"/>
                </a:cubicBezTo>
                <a:close/>
              </a:path>
            </a:pathLst>
          </a:custGeom>
          <a:solidFill>
            <a:srgbClr val="F2F2F2"/>
          </a:solidFill>
          <a:ln cap="sq" cmpd="sng" w="19050">
            <a:solidFill>
              <a:srgbClr val="161A2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4" name="Google Shape;604;p16"/>
          <p:cNvGrpSpPr/>
          <p:nvPr/>
        </p:nvGrpSpPr>
        <p:grpSpPr>
          <a:xfrm>
            <a:off x="1476846" y="7692018"/>
            <a:ext cx="8558784" cy="868504"/>
            <a:chOff x="0" y="-9525"/>
            <a:chExt cx="11411712" cy="1158005"/>
          </a:xfrm>
        </p:grpSpPr>
        <p:sp>
          <p:nvSpPr>
            <p:cNvPr id="605" name="Google Shape;605;p16"/>
            <p:cNvSpPr/>
            <p:nvPr/>
          </p:nvSpPr>
          <p:spPr>
            <a:xfrm>
              <a:off x="0" y="0"/>
              <a:ext cx="11411712" cy="1148480"/>
            </a:xfrm>
            <a:custGeom>
              <a:rect b="b" l="l" r="r" t="t"/>
              <a:pathLst>
                <a:path extrusionOk="0" h="1148480" w="11411712">
                  <a:moveTo>
                    <a:pt x="0" y="0"/>
                  </a:moveTo>
                  <a:lnTo>
                    <a:pt x="11411712" y="0"/>
                  </a:lnTo>
                  <a:lnTo>
                    <a:pt x="11411712" y="1148480"/>
                  </a:lnTo>
                  <a:lnTo>
                    <a:pt x="0" y="11484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7845" l="0" r="0" t="-159377"/>
              </a:stretch>
            </a:blipFill>
            <a:ln>
              <a:noFill/>
            </a:ln>
          </p:spPr>
        </p:sp>
        <p:sp>
          <p:nvSpPr>
            <p:cNvPr id="606" name="Google Shape;606;p16"/>
            <p:cNvSpPr txBox="1"/>
            <p:nvPr/>
          </p:nvSpPr>
          <p:spPr>
            <a:xfrm>
              <a:off x="0" y="-9525"/>
              <a:ext cx="11411712" cy="11580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197D"/>
                  </a:solidFill>
                  <a:latin typeface="Arial"/>
                  <a:ea typeface="Arial"/>
                  <a:cs typeface="Arial"/>
                  <a:sym typeface="Arial"/>
                </a:rPr>
                <a:t>Preparation isn't cheating.</a:t>
              </a:r>
              <a:endParaRPr/>
            </a:p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197D"/>
                  </a:solidFill>
                  <a:latin typeface="Arial"/>
                  <a:ea typeface="Arial"/>
                  <a:cs typeface="Arial"/>
                  <a:sym typeface="Arial"/>
                </a:rPr>
                <a:t>It's what lets you focus on building.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6" name="Google Shape;616;p17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617" name="Google Shape;617;p17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618" name="Google Shape;618;p17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13</a:t>
              </a:r>
              <a:endParaRPr/>
            </a:p>
          </p:txBody>
        </p:sp>
      </p:grpSp>
      <p:sp>
        <p:nvSpPr>
          <p:cNvPr id="619" name="Google Shape;619;p17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sp>
        <p:nvSpPr>
          <p:cNvPr descr="A black and white sign with white text  AI-generated content may be incorrect." id="620" name="Google Shape;620;p17"/>
          <p:cNvSpPr/>
          <p:nvPr/>
        </p:nvSpPr>
        <p:spPr>
          <a:xfrm>
            <a:off x="457200" y="9358694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sp>
        <p:nvSpPr>
          <p:cNvPr id="621" name="Google Shape;621;p17"/>
          <p:cNvSpPr txBox="1"/>
          <p:nvPr/>
        </p:nvSpPr>
        <p:spPr>
          <a:xfrm>
            <a:off x="3086100" y="9470955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grpSp>
        <p:nvGrpSpPr>
          <p:cNvPr id="622" name="Google Shape;622;p17"/>
          <p:cNvGrpSpPr/>
          <p:nvPr/>
        </p:nvGrpSpPr>
        <p:grpSpPr>
          <a:xfrm>
            <a:off x="1270635" y="522018"/>
            <a:ext cx="10492740" cy="630936"/>
            <a:chOff x="0" y="0"/>
            <a:chExt cx="13990320" cy="841248"/>
          </a:xfrm>
        </p:grpSpPr>
        <p:sp>
          <p:nvSpPr>
            <p:cNvPr id="623" name="Google Shape;623;p17"/>
            <p:cNvSpPr/>
            <p:nvPr/>
          </p:nvSpPr>
          <p:spPr>
            <a:xfrm>
              <a:off x="0" y="0"/>
              <a:ext cx="13990320" cy="841248"/>
            </a:xfrm>
            <a:custGeom>
              <a:rect b="b" l="l" r="r" t="t"/>
              <a:pathLst>
                <a:path extrusionOk="0" h="841248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841248"/>
                  </a:lnTo>
                  <a:lnTo>
                    <a:pt x="0" y="8412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74044" l="0" r="0" t="-274044"/>
              </a:stretch>
            </a:blipFill>
            <a:ln>
              <a:noFill/>
            </a:ln>
          </p:spPr>
        </p:sp>
        <p:sp>
          <p:nvSpPr>
            <p:cNvPr id="624" name="Google Shape;624;p17"/>
            <p:cNvSpPr txBox="1"/>
            <p:nvPr/>
          </p:nvSpPr>
          <p:spPr>
            <a:xfrm>
              <a:off x="0" y="9525"/>
              <a:ext cx="13990320" cy="831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Tips for Your First Hackathon</a:t>
              </a:r>
              <a:endParaRPr/>
            </a:p>
          </p:txBody>
        </p:sp>
      </p:grpSp>
      <p:grpSp>
        <p:nvGrpSpPr>
          <p:cNvPr id="625" name="Google Shape;625;p17"/>
          <p:cNvGrpSpPr/>
          <p:nvPr/>
        </p:nvGrpSpPr>
        <p:grpSpPr>
          <a:xfrm>
            <a:off x="1280160" y="1364885"/>
            <a:ext cx="7749540" cy="391192"/>
            <a:chOff x="0" y="-9525"/>
            <a:chExt cx="10332720" cy="521589"/>
          </a:xfrm>
        </p:grpSpPr>
        <p:sp>
          <p:nvSpPr>
            <p:cNvPr id="626" name="Google Shape;626;p17"/>
            <p:cNvSpPr/>
            <p:nvPr/>
          </p:nvSpPr>
          <p:spPr>
            <a:xfrm>
              <a:off x="0" y="0"/>
              <a:ext cx="10332720" cy="512064"/>
            </a:xfrm>
            <a:custGeom>
              <a:rect b="b" l="l" r="r" t="t"/>
              <a:pathLst>
                <a:path extrusionOk="0" h="51206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43205" l="0" r="0" t="-343205"/>
              </a:stretch>
            </a:blipFill>
            <a:ln>
              <a:noFill/>
            </a:ln>
          </p:spPr>
        </p:sp>
        <p:sp>
          <p:nvSpPr>
            <p:cNvPr id="627" name="Google Shape;627;p17"/>
            <p:cNvSpPr txBox="1"/>
            <p:nvPr/>
          </p:nvSpPr>
          <p:spPr>
            <a:xfrm>
              <a:off x="0" y="-9525"/>
              <a:ext cx="1033272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What I wish someone had told me.</a:t>
              </a:r>
              <a:endParaRPr/>
            </a:p>
          </p:txBody>
        </p:sp>
      </p:grpSp>
      <p:sp>
        <p:nvSpPr>
          <p:cNvPr id="628" name="Google Shape;628;p17"/>
          <p:cNvSpPr/>
          <p:nvPr/>
        </p:nvSpPr>
        <p:spPr>
          <a:xfrm>
            <a:off x="1270635" y="2733370"/>
            <a:ext cx="6808470" cy="1596390"/>
          </a:xfrm>
          <a:custGeom>
            <a:rect b="b" l="l" r="r" t="t"/>
            <a:pathLst>
              <a:path extrusionOk="0" h="2128520" w="9077960">
                <a:moveTo>
                  <a:pt x="0" y="222123"/>
                </a:moveTo>
                <a:cubicBezTo>
                  <a:pt x="0" y="99441"/>
                  <a:pt x="99441" y="0"/>
                  <a:pt x="222123" y="0"/>
                </a:cubicBezTo>
                <a:lnTo>
                  <a:pt x="8855837" y="0"/>
                </a:lnTo>
                <a:cubicBezTo>
                  <a:pt x="8978519" y="0"/>
                  <a:pt x="9077960" y="99441"/>
                  <a:pt x="9077960" y="222123"/>
                </a:cubicBezTo>
                <a:lnTo>
                  <a:pt x="9077960" y="1906397"/>
                </a:lnTo>
                <a:cubicBezTo>
                  <a:pt x="9077960" y="2029079"/>
                  <a:pt x="8978519" y="2128520"/>
                  <a:pt x="8855837" y="2128520"/>
                </a:cubicBezTo>
                <a:lnTo>
                  <a:pt x="222123" y="2128520"/>
                </a:lnTo>
                <a:cubicBezTo>
                  <a:pt x="99441" y="2128520"/>
                  <a:pt x="0" y="2029079"/>
                  <a:pt x="0" y="1906397"/>
                </a:cubicBezTo>
                <a:close/>
              </a:path>
            </a:pathLst>
          </a:custGeom>
          <a:solidFill>
            <a:srgbClr val="FFFFFF">
              <a:alpha val="68627"/>
            </a:srgbClr>
          </a:solidFill>
          <a:ln cap="sq" cmpd="sng" w="19050">
            <a:solidFill>
              <a:srgbClr val="DDD6F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1572387" y="3117418"/>
            <a:ext cx="512826" cy="512826"/>
          </a:xfrm>
          <a:custGeom>
            <a:rect b="b" l="l" r="r" t="t"/>
            <a:pathLst>
              <a:path extrusionOk="0" h="683768" w="683768">
                <a:moveTo>
                  <a:pt x="0" y="341884"/>
                </a:moveTo>
                <a:cubicBezTo>
                  <a:pt x="0" y="153035"/>
                  <a:pt x="153035" y="0"/>
                  <a:pt x="341884" y="0"/>
                </a:cubicBezTo>
                <a:cubicBezTo>
                  <a:pt x="530733" y="0"/>
                  <a:pt x="683768" y="153035"/>
                  <a:pt x="683768" y="341884"/>
                </a:cubicBezTo>
                <a:cubicBezTo>
                  <a:pt x="683768" y="530733"/>
                  <a:pt x="530733" y="683768"/>
                  <a:pt x="341884" y="683768"/>
                </a:cubicBezTo>
                <a:cubicBezTo>
                  <a:pt x="153035" y="683768"/>
                  <a:pt x="0" y="530733"/>
                  <a:pt x="0" y="341884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0" name="Google Shape;630;p17"/>
          <p:cNvGrpSpPr/>
          <p:nvPr/>
        </p:nvGrpSpPr>
        <p:grpSpPr>
          <a:xfrm>
            <a:off x="2308860" y="3028091"/>
            <a:ext cx="4937760" cy="500807"/>
            <a:chOff x="0" y="-9525"/>
            <a:chExt cx="6583680" cy="667742"/>
          </a:xfrm>
        </p:grpSpPr>
        <p:sp>
          <p:nvSpPr>
            <p:cNvPr id="631" name="Google Shape;631;p17"/>
            <p:cNvSpPr/>
            <p:nvPr/>
          </p:nvSpPr>
          <p:spPr>
            <a:xfrm>
              <a:off x="0" y="0"/>
              <a:ext cx="6583680" cy="658217"/>
            </a:xfrm>
            <a:custGeom>
              <a:rect b="b" l="l" r="r" t="t"/>
              <a:pathLst>
                <a:path extrusionOk="0" h="65821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9899" l="0" r="0" t="-169889"/>
              </a:stretch>
            </a:blipFill>
            <a:ln>
              <a:noFill/>
            </a:ln>
          </p:spPr>
        </p:sp>
        <p:sp>
          <p:nvSpPr>
            <p:cNvPr id="632" name="Google Shape;632;p17"/>
            <p:cNvSpPr txBox="1"/>
            <p:nvPr/>
          </p:nvSpPr>
          <p:spPr>
            <a:xfrm>
              <a:off x="0" y="-9525"/>
              <a:ext cx="658368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Just sign up</a:t>
              </a:r>
              <a:endParaRPr/>
            </a:p>
          </p:txBody>
        </p:sp>
      </p:grpSp>
      <p:grpSp>
        <p:nvGrpSpPr>
          <p:cNvPr id="633" name="Google Shape;633;p17"/>
          <p:cNvGrpSpPr/>
          <p:nvPr/>
        </p:nvGrpSpPr>
        <p:grpSpPr>
          <a:xfrm>
            <a:off x="2308860" y="3531279"/>
            <a:ext cx="5349240" cy="254032"/>
            <a:chOff x="0" y="-9525"/>
            <a:chExt cx="7132320" cy="338709"/>
          </a:xfrm>
        </p:grpSpPr>
        <p:sp>
          <p:nvSpPr>
            <p:cNvPr id="634" name="Google Shape;634;p17"/>
            <p:cNvSpPr/>
            <p:nvPr/>
          </p:nvSpPr>
          <p:spPr>
            <a:xfrm>
              <a:off x="0" y="0"/>
              <a:ext cx="7132320" cy="329184"/>
            </a:xfrm>
            <a:custGeom>
              <a:rect b="b" l="l" r="r" t="t"/>
              <a:pathLst>
                <a:path extrusionOk="0"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2155" l="0" r="0" t="-372155"/>
              </a:stretch>
            </a:blipFill>
            <a:ln>
              <a:noFill/>
            </a:ln>
          </p:spPr>
        </p:sp>
        <p:sp>
          <p:nvSpPr>
            <p:cNvPr id="635" name="Google Shape;635;p17"/>
            <p:cNvSpPr txBox="1"/>
            <p:nvPr/>
          </p:nvSpPr>
          <p:spPr>
            <a:xfrm>
              <a:off x="0" y="-9525"/>
              <a:ext cx="713232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Don't wait until you feel ready</a:t>
              </a:r>
              <a:endParaRPr/>
            </a:p>
          </p:txBody>
        </p:sp>
      </p:grpSp>
      <p:sp>
        <p:nvSpPr>
          <p:cNvPr id="636" name="Google Shape;636;p17"/>
          <p:cNvSpPr/>
          <p:nvPr/>
        </p:nvSpPr>
        <p:spPr>
          <a:xfrm>
            <a:off x="9020175" y="2733370"/>
            <a:ext cx="6808470" cy="1596390"/>
          </a:xfrm>
          <a:custGeom>
            <a:rect b="b" l="l" r="r" t="t"/>
            <a:pathLst>
              <a:path extrusionOk="0" h="2128520" w="9077960">
                <a:moveTo>
                  <a:pt x="0" y="222123"/>
                </a:moveTo>
                <a:cubicBezTo>
                  <a:pt x="0" y="99441"/>
                  <a:pt x="99441" y="0"/>
                  <a:pt x="222123" y="0"/>
                </a:cubicBezTo>
                <a:lnTo>
                  <a:pt x="8855837" y="0"/>
                </a:lnTo>
                <a:cubicBezTo>
                  <a:pt x="8978519" y="0"/>
                  <a:pt x="9077960" y="99441"/>
                  <a:pt x="9077960" y="222123"/>
                </a:cubicBezTo>
                <a:lnTo>
                  <a:pt x="9077960" y="1906397"/>
                </a:lnTo>
                <a:cubicBezTo>
                  <a:pt x="9077960" y="2029079"/>
                  <a:pt x="8978519" y="2128520"/>
                  <a:pt x="8855837" y="2128520"/>
                </a:cubicBezTo>
                <a:lnTo>
                  <a:pt x="222123" y="2128520"/>
                </a:lnTo>
                <a:cubicBezTo>
                  <a:pt x="99441" y="2128520"/>
                  <a:pt x="0" y="2029079"/>
                  <a:pt x="0" y="1906397"/>
                </a:cubicBezTo>
                <a:close/>
              </a:path>
            </a:pathLst>
          </a:custGeom>
          <a:solidFill>
            <a:srgbClr val="FFFFFF">
              <a:alpha val="68627"/>
            </a:srgbClr>
          </a:solidFill>
          <a:ln cap="sq" cmpd="sng" w="19050">
            <a:solidFill>
              <a:srgbClr val="DDD6F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9321927" y="3117418"/>
            <a:ext cx="512826" cy="512826"/>
          </a:xfrm>
          <a:custGeom>
            <a:rect b="b" l="l" r="r" t="t"/>
            <a:pathLst>
              <a:path extrusionOk="0" h="683768" w="683768">
                <a:moveTo>
                  <a:pt x="0" y="341884"/>
                </a:moveTo>
                <a:cubicBezTo>
                  <a:pt x="0" y="153035"/>
                  <a:pt x="153035" y="0"/>
                  <a:pt x="341884" y="0"/>
                </a:cubicBezTo>
                <a:cubicBezTo>
                  <a:pt x="530733" y="0"/>
                  <a:pt x="683768" y="153035"/>
                  <a:pt x="683768" y="341884"/>
                </a:cubicBezTo>
                <a:cubicBezTo>
                  <a:pt x="683768" y="530733"/>
                  <a:pt x="530733" y="683768"/>
                  <a:pt x="341884" y="683768"/>
                </a:cubicBezTo>
                <a:cubicBezTo>
                  <a:pt x="153035" y="683768"/>
                  <a:pt x="0" y="530733"/>
                  <a:pt x="0" y="341884"/>
                </a:cubicBezTo>
                <a:close/>
              </a:path>
            </a:pathLst>
          </a:custGeom>
          <a:solidFill>
            <a:srgbClr val="8D2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8" name="Google Shape;638;p17"/>
          <p:cNvGrpSpPr/>
          <p:nvPr/>
        </p:nvGrpSpPr>
        <p:grpSpPr>
          <a:xfrm>
            <a:off x="10058400" y="3028091"/>
            <a:ext cx="4937760" cy="500807"/>
            <a:chOff x="0" y="-9525"/>
            <a:chExt cx="6583680" cy="667742"/>
          </a:xfrm>
        </p:grpSpPr>
        <p:sp>
          <p:nvSpPr>
            <p:cNvPr id="639" name="Google Shape;639;p17"/>
            <p:cNvSpPr/>
            <p:nvPr/>
          </p:nvSpPr>
          <p:spPr>
            <a:xfrm>
              <a:off x="0" y="0"/>
              <a:ext cx="6583680" cy="658217"/>
            </a:xfrm>
            <a:custGeom>
              <a:rect b="b" l="l" r="r" t="t"/>
              <a:pathLst>
                <a:path extrusionOk="0" h="65821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9899" l="0" r="0" t="-169889"/>
              </a:stretch>
            </a:blipFill>
            <a:ln>
              <a:noFill/>
            </a:ln>
          </p:spPr>
        </p:sp>
        <p:sp>
          <p:nvSpPr>
            <p:cNvPr id="640" name="Google Shape;640;p17"/>
            <p:cNvSpPr txBox="1"/>
            <p:nvPr/>
          </p:nvSpPr>
          <p:spPr>
            <a:xfrm>
              <a:off x="0" y="-9525"/>
              <a:ext cx="658368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Find a team early</a:t>
              </a:r>
              <a:endParaRPr/>
            </a:p>
          </p:txBody>
        </p:sp>
      </p:grpSp>
      <p:grpSp>
        <p:nvGrpSpPr>
          <p:cNvPr id="641" name="Google Shape;641;p17"/>
          <p:cNvGrpSpPr/>
          <p:nvPr/>
        </p:nvGrpSpPr>
        <p:grpSpPr>
          <a:xfrm>
            <a:off x="10058400" y="3531279"/>
            <a:ext cx="5349240" cy="254032"/>
            <a:chOff x="0" y="-9525"/>
            <a:chExt cx="7132320" cy="338709"/>
          </a:xfrm>
        </p:grpSpPr>
        <p:sp>
          <p:nvSpPr>
            <p:cNvPr id="642" name="Google Shape;642;p17"/>
            <p:cNvSpPr/>
            <p:nvPr/>
          </p:nvSpPr>
          <p:spPr>
            <a:xfrm>
              <a:off x="0" y="0"/>
              <a:ext cx="7132320" cy="329184"/>
            </a:xfrm>
            <a:custGeom>
              <a:rect b="b" l="l" r="r" t="t"/>
              <a:pathLst>
                <a:path extrusionOk="0"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2155" l="0" r="0" t="-372155"/>
              </a:stretch>
            </a:blipFill>
            <a:ln>
              <a:noFill/>
            </a:ln>
          </p:spPr>
        </p:sp>
        <p:sp>
          <p:nvSpPr>
            <p:cNvPr id="643" name="Google Shape;643;p17"/>
            <p:cNvSpPr txBox="1"/>
            <p:nvPr/>
          </p:nvSpPr>
          <p:spPr>
            <a:xfrm>
              <a:off x="0" y="-9525"/>
              <a:ext cx="713232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Different skills beat identical ones</a:t>
              </a:r>
              <a:endParaRPr/>
            </a:p>
          </p:txBody>
        </p:sp>
      </p:grpSp>
      <p:sp>
        <p:nvSpPr>
          <p:cNvPr id="644" name="Google Shape;644;p17"/>
          <p:cNvSpPr/>
          <p:nvPr/>
        </p:nvSpPr>
        <p:spPr>
          <a:xfrm>
            <a:off x="1270635" y="5133670"/>
            <a:ext cx="6808470" cy="1596390"/>
          </a:xfrm>
          <a:custGeom>
            <a:rect b="b" l="l" r="r" t="t"/>
            <a:pathLst>
              <a:path extrusionOk="0" h="2128520" w="9077960">
                <a:moveTo>
                  <a:pt x="0" y="222123"/>
                </a:moveTo>
                <a:cubicBezTo>
                  <a:pt x="0" y="99441"/>
                  <a:pt x="99441" y="0"/>
                  <a:pt x="222123" y="0"/>
                </a:cubicBezTo>
                <a:lnTo>
                  <a:pt x="8855837" y="0"/>
                </a:lnTo>
                <a:cubicBezTo>
                  <a:pt x="8978519" y="0"/>
                  <a:pt x="9077960" y="99441"/>
                  <a:pt x="9077960" y="222123"/>
                </a:cubicBezTo>
                <a:lnTo>
                  <a:pt x="9077960" y="1906397"/>
                </a:lnTo>
                <a:cubicBezTo>
                  <a:pt x="9077960" y="2029079"/>
                  <a:pt x="8978519" y="2128520"/>
                  <a:pt x="8855837" y="2128520"/>
                </a:cubicBezTo>
                <a:lnTo>
                  <a:pt x="222123" y="2128520"/>
                </a:lnTo>
                <a:cubicBezTo>
                  <a:pt x="99441" y="2128520"/>
                  <a:pt x="0" y="2029079"/>
                  <a:pt x="0" y="1906397"/>
                </a:cubicBezTo>
                <a:close/>
              </a:path>
            </a:pathLst>
          </a:custGeom>
          <a:solidFill>
            <a:srgbClr val="FFFFFF">
              <a:alpha val="68627"/>
            </a:srgbClr>
          </a:solidFill>
          <a:ln cap="sq" cmpd="sng" w="19050">
            <a:solidFill>
              <a:srgbClr val="DDD6F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7"/>
          <p:cNvSpPr/>
          <p:nvPr/>
        </p:nvSpPr>
        <p:spPr>
          <a:xfrm>
            <a:off x="1572387" y="5517718"/>
            <a:ext cx="512826" cy="512826"/>
          </a:xfrm>
          <a:custGeom>
            <a:rect b="b" l="l" r="r" t="t"/>
            <a:pathLst>
              <a:path extrusionOk="0" h="683768" w="683768">
                <a:moveTo>
                  <a:pt x="0" y="341884"/>
                </a:moveTo>
                <a:cubicBezTo>
                  <a:pt x="0" y="153035"/>
                  <a:pt x="153035" y="0"/>
                  <a:pt x="341884" y="0"/>
                </a:cubicBezTo>
                <a:cubicBezTo>
                  <a:pt x="530733" y="0"/>
                  <a:pt x="683768" y="153035"/>
                  <a:pt x="683768" y="341884"/>
                </a:cubicBezTo>
                <a:cubicBezTo>
                  <a:pt x="683768" y="530733"/>
                  <a:pt x="530733" y="683768"/>
                  <a:pt x="341884" y="683768"/>
                </a:cubicBezTo>
                <a:cubicBezTo>
                  <a:pt x="153035" y="683768"/>
                  <a:pt x="0" y="530733"/>
                  <a:pt x="0" y="341884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6" name="Google Shape;646;p17"/>
          <p:cNvGrpSpPr/>
          <p:nvPr/>
        </p:nvGrpSpPr>
        <p:grpSpPr>
          <a:xfrm>
            <a:off x="2308860" y="5383667"/>
            <a:ext cx="4937760" cy="500807"/>
            <a:chOff x="0" y="-9525"/>
            <a:chExt cx="6583680" cy="667742"/>
          </a:xfrm>
        </p:grpSpPr>
        <p:sp>
          <p:nvSpPr>
            <p:cNvPr id="647" name="Google Shape;647;p17"/>
            <p:cNvSpPr/>
            <p:nvPr/>
          </p:nvSpPr>
          <p:spPr>
            <a:xfrm>
              <a:off x="0" y="0"/>
              <a:ext cx="6583680" cy="658217"/>
            </a:xfrm>
            <a:custGeom>
              <a:rect b="b" l="l" r="r" t="t"/>
              <a:pathLst>
                <a:path extrusionOk="0" h="65821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9899" l="0" r="0" t="-169889"/>
              </a:stretch>
            </a:blipFill>
            <a:ln>
              <a:noFill/>
            </a:ln>
          </p:spPr>
        </p:sp>
        <p:sp>
          <p:nvSpPr>
            <p:cNvPr id="648" name="Google Shape;648;p17"/>
            <p:cNvSpPr txBox="1"/>
            <p:nvPr/>
          </p:nvSpPr>
          <p:spPr>
            <a:xfrm>
              <a:off x="0" y="-9525"/>
              <a:ext cx="658368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Scope it tiny</a:t>
              </a:r>
              <a:endParaRPr/>
            </a:p>
          </p:txBody>
        </p:sp>
      </p:grpSp>
      <p:grpSp>
        <p:nvGrpSpPr>
          <p:cNvPr id="649" name="Google Shape;649;p17"/>
          <p:cNvGrpSpPr/>
          <p:nvPr/>
        </p:nvGrpSpPr>
        <p:grpSpPr>
          <a:xfrm>
            <a:off x="2308860" y="5931579"/>
            <a:ext cx="5349240" cy="254032"/>
            <a:chOff x="0" y="-9525"/>
            <a:chExt cx="7132320" cy="338709"/>
          </a:xfrm>
        </p:grpSpPr>
        <p:sp>
          <p:nvSpPr>
            <p:cNvPr id="650" name="Google Shape;650;p17"/>
            <p:cNvSpPr/>
            <p:nvPr/>
          </p:nvSpPr>
          <p:spPr>
            <a:xfrm>
              <a:off x="0" y="0"/>
              <a:ext cx="7132320" cy="329184"/>
            </a:xfrm>
            <a:custGeom>
              <a:rect b="b" l="l" r="r" t="t"/>
              <a:pathLst>
                <a:path extrusionOk="0"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2155" l="0" r="0" t="-372155"/>
              </a:stretch>
            </a:blipFill>
            <a:ln>
              <a:noFill/>
            </a:ln>
          </p:spPr>
        </p:sp>
        <p:sp>
          <p:nvSpPr>
            <p:cNvPr id="651" name="Google Shape;651;p17"/>
            <p:cNvSpPr txBox="1"/>
            <p:nvPr/>
          </p:nvSpPr>
          <p:spPr>
            <a:xfrm>
              <a:off x="0" y="-9525"/>
              <a:ext cx="713232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One feature, done well</a:t>
              </a:r>
              <a:endParaRPr/>
            </a:p>
          </p:txBody>
        </p:sp>
      </p:grpSp>
      <p:sp>
        <p:nvSpPr>
          <p:cNvPr id="652" name="Google Shape;652;p17"/>
          <p:cNvSpPr/>
          <p:nvPr/>
        </p:nvSpPr>
        <p:spPr>
          <a:xfrm>
            <a:off x="9020175" y="5133670"/>
            <a:ext cx="6808470" cy="1596390"/>
          </a:xfrm>
          <a:custGeom>
            <a:rect b="b" l="l" r="r" t="t"/>
            <a:pathLst>
              <a:path extrusionOk="0" h="2128520" w="9077960">
                <a:moveTo>
                  <a:pt x="0" y="222123"/>
                </a:moveTo>
                <a:cubicBezTo>
                  <a:pt x="0" y="99441"/>
                  <a:pt x="99441" y="0"/>
                  <a:pt x="222123" y="0"/>
                </a:cubicBezTo>
                <a:lnTo>
                  <a:pt x="8855837" y="0"/>
                </a:lnTo>
                <a:cubicBezTo>
                  <a:pt x="8978519" y="0"/>
                  <a:pt x="9077960" y="99441"/>
                  <a:pt x="9077960" y="222123"/>
                </a:cubicBezTo>
                <a:lnTo>
                  <a:pt x="9077960" y="1906397"/>
                </a:lnTo>
                <a:cubicBezTo>
                  <a:pt x="9077960" y="2029079"/>
                  <a:pt x="8978519" y="2128520"/>
                  <a:pt x="8855837" y="2128520"/>
                </a:cubicBezTo>
                <a:lnTo>
                  <a:pt x="222123" y="2128520"/>
                </a:lnTo>
                <a:cubicBezTo>
                  <a:pt x="99441" y="2128520"/>
                  <a:pt x="0" y="2029079"/>
                  <a:pt x="0" y="1906397"/>
                </a:cubicBezTo>
                <a:close/>
              </a:path>
            </a:pathLst>
          </a:custGeom>
          <a:solidFill>
            <a:srgbClr val="FFFFFF">
              <a:alpha val="68627"/>
            </a:srgbClr>
          </a:solidFill>
          <a:ln cap="sq" cmpd="sng" w="19050">
            <a:solidFill>
              <a:srgbClr val="DDD6F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9321927" y="5517718"/>
            <a:ext cx="512826" cy="512826"/>
          </a:xfrm>
          <a:custGeom>
            <a:rect b="b" l="l" r="r" t="t"/>
            <a:pathLst>
              <a:path extrusionOk="0" h="683768" w="683768">
                <a:moveTo>
                  <a:pt x="0" y="341884"/>
                </a:moveTo>
                <a:cubicBezTo>
                  <a:pt x="0" y="153035"/>
                  <a:pt x="153035" y="0"/>
                  <a:pt x="341884" y="0"/>
                </a:cubicBezTo>
                <a:cubicBezTo>
                  <a:pt x="530733" y="0"/>
                  <a:pt x="683768" y="153035"/>
                  <a:pt x="683768" y="341884"/>
                </a:cubicBezTo>
                <a:cubicBezTo>
                  <a:pt x="683768" y="530733"/>
                  <a:pt x="530733" y="683768"/>
                  <a:pt x="341884" y="683768"/>
                </a:cubicBezTo>
                <a:cubicBezTo>
                  <a:pt x="153035" y="683768"/>
                  <a:pt x="0" y="530733"/>
                  <a:pt x="0" y="341884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4" name="Google Shape;654;p17"/>
          <p:cNvGrpSpPr/>
          <p:nvPr/>
        </p:nvGrpSpPr>
        <p:grpSpPr>
          <a:xfrm>
            <a:off x="10058400" y="5431058"/>
            <a:ext cx="4937760" cy="500807"/>
            <a:chOff x="0" y="-9525"/>
            <a:chExt cx="6583680" cy="667742"/>
          </a:xfrm>
        </p:grpSpPr>
        <p:sp>
          <p:nvSpPr>
            <p:cNvPr id="655" name="Google Shape;655;p17"/>
            <p:cNvSpPr/>
            <p:nvPr/>
          </p:nvSpPr>
          <p:spPr>
            <a:xfrm>
              <a:off x="0" y="0"/>
              <a:ext cx="6583680" cy="658217"/>
            </a:xfrm>
            <a:custGeom>
              <a:rect b="b" l="l" r="r" t="t"/>
              <a:pathLst>
                <a:path extrusionOk="0" h="65821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217"/>
                  </a:lnTo>
                  <a:lnTo>
                    <a:pt x="0" y="65821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9899" l="0" r="0" t="-169889"/>
              </a:stretch>
            </a:blipFill>
            <a:ln>
              <a:noFill/>
            </a:ln>
          </p:spPr>
        </p:sp>
        <p:sp>
          <p:nvSpPr>
            <p:cNvPr id="656" name="Google Shape;656;p17"/>
            <p:cNvSpPr txBox="1"/>
            <p:nvPr/>
          </p:nvSpPr>
          <p:spPr>
            <a:xfrm>
              <a:off x="0" y="-9525"/>
              <a:ext cx="6583680" cy="6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Talk to everyone</a:t>
              </a:r>
              <a:endParaRPr/>
            </a:p>
          </p:txBody>
        </p:sp>
      </p:grpSp>
      <p:grpSp>
        <p:nvGrpSpPr>
          <p:cNvPr id="657" name="Google Shape;657;p17"/>
          <p:cNvGrpSpPr/>
          <p:nvPr/>
        </p:nvGrpSpPr>
        <p:grpSpPr>
          <a:xfrm>
            <a:off x="10058400" y="5931579"/>
            <a:ext cx="5349240" cy="254032"/>
            <a:chOff x="0" y="-9525"/>
            <a:chExt cx="7132320" cy="338709"/>
          </a:xfrm>
        </p:grpSpPr>
        <p:sp>
          <p:nvSpPr>
            <p:cNvPr id="658" name="Google Shape;658;p17"/>
            <p:cNvSpPr/>
            <p:nvPr/>
          </p:nvSpPr>
          <p:spPr>
            <a:xfrm>
              <a:off x="0" y="0"/>
              <a:ext cx="7132320" cy="329184"/>
            </a:xfrm>
            <a:custGeom>
              <a:rect b="b" l="l" r="r" t="t"/>
              <a:pathLst>
                <a:path extrusionOk="0"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2155" l="0" r="0" t="-372155"/>
              </a:stretch>
            </a:blipFill>
            <a:ln>
              <a:noFill/>
            </a:ln>
          </p:spPr>
        </p:sp>
        <p:sp>
          <p:nvSpPr>
            <p:cNvPr id="659" name="Google Shape;659;p17"/>
            <p:cNvSpPr txBox="1"/>
            <p:nvPr/>
          </p:nvSpPr>
          <p:spPr>
            <a:xfrm>
              <a:off x="0" y="-9525"/>
              <a:ext cx="713232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Mentors and teams are why you're there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69" name="Google Shape;669;p18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670" name="Google Shape;670;p18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671" name="Google Shape;671;p18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15</a:t>
              </a:r>
              <a:endParaRPr/>
            </a:p>
          </p:txBody>
        </p:sp>
      </p:grpSp>
      <p:sp>
        <p:nvSpPr>
          <p:cNvPr id="672" name="Google Shape;672;p18"/>
          <p:cNvSpPr txBox="1"/>
          <p:nvPr/>
        </p:nvSpPr>
        <p:spPr>
          <a:xfrm>
            <a:off x="3086100" y="9558499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673" name="Google Shape;673;p18"/>
          <p:cNvSpPr/>
          <p:nvPr/>
        </p:nvSpPr>
        <p:spPr>
          <a:xfrm>
            <a:off x="457200" y="9446247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sp>
        <p:nvSpPr>
          <p:cNvPr id="674" name="Google Shape;674;p18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grpSp>
        <p:nvGrpSpPr>
          <p:cNvPr id="675" name="Google Shape;675;p18"/>
          <p:cNvGrpSpPr/>
          <p:nvPr/>
        </p:nvGrpSpPr>
        <p:grpSpPr>
          <a:xfrm>
            <a:off x="754380" y="685800"/>
            <a:ext cx="10492740" cy="630936"/>
            <a:chOff x="0" y="0"/>
            <a:chExt cx="13990320" cy="841248"/>
          </a:xfrm>
        </p:grpSpPr>
        <p:sp>
          <p:nvSpPr>
            <p:cNvPr id="676" name="Google Shape;676;p18"/>
            <p:cNvSpPr/>
            <p:nvPr/>
          </p:nvSpPr>
          <p:spPr>
            <a:xfrm>
              <a:off x="0" y="0"/>
              <a:ext cx="13990320" cy="841248"/>
            </a:xfrm>
            <a:custGeom>
              <a:rect b="b" l="l" r="r" t="t"/>
              <a:pathLst>
                <a:path extrusionOk="0" h="841248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841248"/>
                  </a:lnTo>
                  <a:lnTo>
                    <a:pt x="0" y="8412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74044" l="0" r="0" t="-274044"/>
              </a:stretch>
            </a:blipFill>
            <a:ln>
              <a:noFill/>
            </a:ln>
          </p:spPr>
        </p:sp>
        <p:sp>
          <p:nvSpPr>
            <p:cNvPr id="677" name="Google Shape;677;p18"/>
            <p:cNvSpPr txBox="1"/>
            <p:nvPr/>
          </p:nvSpPr>
          <p:spPr>
            <a:xfrm>
              <a:off x="0" y="9525"/>
              <a:ext cx="13990320" cy="831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Key Takeaways</a:t>
              </a:r>
              <a:endParaRPr/>
            </a:p>
          </p:txBody>
        </p:sp>
      </p:grpSp>
      <p:grpSp>
        <p:nvGrpSpPr>
          <p:cNvPr id="678" name="Google Shape;678;p18"/>
          <p:cNvGrpSpPr/>
          <p:nvPr/>
        </p:nvGrpSpPr>
        <p:grpSpPr>
          <a:xfrm>
            <a:off x="795528" y="1433036"/>
            <a:ext cx="7749540" cy="391192"/>
            <a:chOff x="0" y="-9525"/>
            <a:chExt cx="10332720" cy="521589"/>
          </a:xfrm>
        </p:grpSpPr>
        <p:sp>
          <p:nvSpPr>
            <p:cNvPr id="679" name="Google Shape;679;p18"/>
            <p:cNvSpPr/>
            <p:nvPr/>
          </p:nvSpPr>
          <p:spPr>
            <a:xfrm>
              <a:off x="0" y="0"/>
              <a:ext cx="10332720" cy="512064"/>
            </a:xfrm>
            <a:custGeom>
              <a:rect b="b" l="l" r="r" t="t"/>
              <a:pathLst>
                <a:path extrusionOk="0" h="51206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43205" l="0" r="0" t="-343205"/>
              </a:stretch>
            </a:blipFill>
            <a:ln>
              <a:noFill/>
            </a:ln>
          </p:spPr>
        </p:sp>
        <p:sp>
          <p:nvSpPr>
            <p:cNvPr id="680" name="Google Shape;680;p18"/>
            <p:cNvSpPr txBox="1"/>
            <p:nvPr/>
          </p:nvSpPr>
          <p:spPr>
            <a:xfrm>
              <a:off x="0" y="-9525"/>
              <a:ext cx="1033272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Three things I'm taking with me.</a:t>
              </a:r>
              <a:endParaRPr/>
            </a:p>
          </p:txBody>
        </p:sp>
      </p:grpSp>
      <p:sp>
        <p:nvSpPr>
          <p:cNvPr id="681" name="Google Shape;681;p18"/>
          <p:cNvSpPr/>
          <p:nvPr/>
        </p:nvSpPr>
        <p:spPr>
          <a:xfrm>
            <a:off x="1156335" y="2253615"/>
            <a:ext cx="4888230" cy="5025390"/>
          </a:xfrm>
          <a:custGeom>
            <a:rect b="b" l="l" r="r" t="t"/>
            <a:pathLst>
              <a:path extrusionOk="0" h="6700520" w="6517640">
                <a:moveTo>
                  <a:pt x="0" y="220345"/>
                </a:moveTo>
                <a:cubicBezTo>
                  <a:pt x="0" y="98679"/>
                  <a:pt x="98679" y="0"/>
                  <a:pt x="220345" y="0"/>
                </a:cubicBezTo>
                <a:lnTo>
                  <a:pt x="6297295" y="0"/>
                </a:lnTo>
                <a:cubicBezTo>
                  <a:pt x="6418961" y="0"/>
                  <a:pt x="6517640" y="98679"/>
                  <a:pt x="6517640" y="220345"/>
                </a:cubicBezTo>
                <a:lnTo>
                  <a:pt x="6517640" y="6480175"/>
                </a:lnTo>
                <a:cubicBezTo>
                  <a:pt x="6517640" y="6601841"/>
                  <a:pt x="6418961" y="6700520"/>
                  <a:pt x="6297295" y="6700520"/>
                </a:cubicBezTo>
                <a:lnTo>
                  <a:pt x="220345" y="6700520"/>
                </a:lnTo>
                <a:cubicBezTo>
                  <a:pt x="98679" y="6700520"/>
                  <a:pt x="0" y="6601841"/>
                  <a:pt x="0" y="6480175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DD6F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8"/>
          <p:cNvSpPr/>
          <p:nvPr/>
        </p:nvSpPr>
        <p:spPr>
          <a:xfrm>
            <a:off x="2966847" y="2733675"/>
            <a:ext cx="1184910" cy="1184910"/>
          </a:xfrm>
          <a:custGeom>
            <a:rect b="b" l="l" r="r" t="t"/>
            <a:pathLst>
              <a:path extrusionOk="0" h="1579880" w="1579880">
                <a:moveTo>
                  <a:pt x="0" y="789940"/>
                </a:moveTo>
                <a:cubicBezTo>
                  <a:pt x="0" y="353695"/>
                  <a:pt x="353695" y="0"/>
                  <a:pt x="789940" y="0"/>
                </a:cubicBezTo>
                <a:cubicBezTo>
                  <a:pt x="1226185" y="0"/>
                  <a:pt x="1579880" y="353695"/>
                  <a:pt x="1579880" y="789940"/>
                </a:cubicBezTo>
                <a:cubicBezTo>
                  <a:pt x="1579880" y="1226185"/>
                  <a:pt x="1226185" y="1579880"/>
                  <a:pt x="789940" y="1579880"/>
                </a:cubicBezTo>
                <a:cubicBezTo>
                  <a:pt x="353695" y="1579880"/>
                  <a:pt x="0" y="1226185"/>
                  <a:pt x="0" y="78994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3" name="Google Shape;683;p18"/>
          <p:cNvGrpSpPr/>
          <p:nvPr/>
        </p:nvGrpSpPr>
        <p:grpSpPr>
          <a:xfrm>
            <a:off x="2509575" y="2796892"/>
            <a:ext cx="2099455" cy="949129"/>
            <a:chOff x="0" y="-28575"/>
            <a:chExt cx="548640" cy="248031"/>
          </a:xfrm>
        </p:grpSpPr>
        <p:sp>
          <p:nvSpPr>
            <p:cNvPr id="684" name="Google Shape;684;p18"/>
            <p:cNvSpPr/>
            <p:nvPr/>
          </p:nvSpPr>
          <p:spPr>
            <a:xfrm>
              <a:off x="0" y="0"/>
              <a:ext cx="548640" cy="219456"/>
            </a:xfrm>
            <a:custGeom>
              <a:rect b="b" l="l" r="r" t="t"/>
              <a:pathLst>
                <a:path extrusionOk="0" h="219456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219456"/>
                  </a:lnTo>
                  <a:lnTo>
                    <a:pt x="0" y="2194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321" r="-1321" t="0"/>
              </a:stretch>
            </a:blipFill>
            <a:ln>
              <a:noFill/>
            </a:ln>
          </p:spPr>
        </p:sp>
        <p:sp>
          <p:nvSpPr>
            <p:cNvPr id="685" name="Google Shape;685;p18"/>
            <p:cNvSpPr txBox="1"/>
            <p:nvPr/>
          </p:nvSpPr>
          <p:spPr>
            <a:xfrm>
              <a:off x="0" y="-28575"/>
              <a:ext cx="548640" cy="2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86" name="Google Shape;686;p18"/>
          <p:cNvGrpSpPr/>
          <p:nvPr/>
        </p:nvGrpSpPr>
        <p:grpSpPr>
          <a:xfrm>
            <a:off x="1783080" y="4181885"/>
            <a:ext cx="3634740" cy="1235935"/>
            <a:chOff x="0" y="-9525"/>
            <a:chExt cx="4846320" cy="1647913"/>
          </a:xfrm>
        </p:grpSpPr>
        <p:sp>
          <p:nvSpPr>
            <p:cNvPr id="687" name="Google Shape;687;p18"/>
            <p:cNvSpPr/>
            <p:nvPr/>
          </p:nvSpPr>
          <p:spPr>
            <a:xfrm>
              <a:off x="0" y="0"/>
              <a:ext cx="4846320" cy="1638388"/>
            </a:xfrm>
            <a:custGeom>
              <a:rect b="b" l="l" r="r" t="t"/>
              <a:pathLst>
                <a:path extrusionOk="0" h="163838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638388"/>
                  </a:lnTo>
                  <a:lnTo>
                    <a:pt x="0" y="163838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85" l="0" r="0" t="-12986"/>
              </a:stretch>
            </a:blipFill>
            <a:ln>
              <a:noFill/>
            </a:ln>
          </p:spPr>
        </p:sp>
        <p:sp>
          <p:nvSpPr>
            <p:cNvPr id="688" name="Google Shape;688;p18"/>
            <p:cNvSpPr txBox="1"/>
            <p:nvPr/>
          </p:nvSpPr>
          <p:spPr>
            <a:xfrm>
              <a:off x="0" y="-9525"/>
              <a:ext cx="4846320" cy="1647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Showing up</a:t>
              </a:r>
              <a:endParaRPr/>
            </a:p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is already half the battle.</a:t>
              </a:r>
              <a:endParaRPr/>
            </a:p>
          </p:txBody>
        </p:sp>
      </p:grpSp>
      <p:sp>
        <p:nvSpPr>
          <p:cNvPr id="689" name="Google Shape;689;p18"/>
          <p:cNvSpPr/>
          <p:nvPr/>
        </p:nvSpPr>
        <p:spPr>
          <a:xfrm>
            <a:off x="6848475" y="2253615"/>
            <a:ext cx="4888230" cy="5025390"/>
          </a:xfrm>
          <a:custGeom>
            <a:rect b="b" l="l" r="r" t="t"/>
            <a:pathLst>
              <a:path extrusionOk="0" h="6700520" w="6517640">
                <a:moveTo>
                  <a:pt x="0" y="220345"/>
                </a:moveTo>
                <a:cubicBezTo>
                  <a:pt x="0" y="98679"/>
                  <a:pt x="98679" y="0"/>
                  <a:pt x="220345" y="0"/>
                </a:cubicBezTo>
                <a:lnTo>
                  <a:pt x="6297295" y="0"/>
                </a:lnTo>
                <a:cubicBezTo>
                  <a:pt x="6418961" y="0"/>
                  <a:pt x="6517640" y="98679"/>
                  <a:pt x="6517640" y="220345"/>
                </a:cubicBezTo>
                <a:lnTo>
                  <a:pt x="6517640" y="6480175"/>
                </a:lnTo>
                <a:cubicBezTo>
                  <a:pt x="6517640" y="6601841"/>
                  <a:pt x="6418961" y="6700520"/>
                  <a:pt x="6297295" y="6700520"/>
                </a:cubicBezTo>
                <a:lnTo>
                  <a:pt x="220345" y="6700520"/>
                </a:lnTo>
                <a:cubicBezTo>
                  <a:pt x="98679" y="6700520"/>
                  <a:pt x="0" y="6601841"/>
                  <a:pt x="0" y="6480175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DD6F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8"/>
          <p:cNvSpPr/>
          <p:nvPr/>
        </p:nvSpPr>
        <p:spPr>
          <a:xfrm>
            <a:off x="8658987" y="2733675"/>
            <a:ext cx="1184910" cy="1184910"/>
          </a:xfrm>
          <a:custGeom>
            <a:rect b="b" l="l" r="r" t="t"/>
            <a:pathLst>
              <a:path extrusionOk="0" h="1579880" w="1579880">
                <a:moveTo>
                  <a:pt x="0" y="789940"/>
                </a:moveTo>
                <a:cubicBezTo>
                  <a:pt x="0" y="353695"/>
                  <a:pt x="353695" y="0"/>
                  <a:pt x="789940" y="0"/>
                </a:cubicBezTo>
                <a:cubicBezTo>
                  <a:pt x="1226185" y="0"/>
                  <a:pt x="1579880" y="353695"/>
                  <a:pt x="1579880" y="789940"/>
                </a:cubicBezTo>
                <a:cubicBezTo>
                  <a:pt x="1579880" y="1226185"/>
                  <a:pt x="1226185" y="1579880"/>
                  <a:pt x="789940" y="1579880"/>
                </a:cubicBezTo>
                <a:cubicBezTo>
                  <a:pt x="353695" y="1579880"/>
                  <a:pt x="0" y="1226185"/>
                  <a:pt x="0" y="789940"/>
                </a:cubicBezTo>
                <a:close/>
              </a:path>
            </a:pathLst>
          </a:custGeom>
          <a:solidFill>
            <a:srgbClr val="8D2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1" name="Google Shape;691;p18"/>
          <p:cNvGrpSpPr/>
          <p:nvPr/>
        </p:nvGrpSpPr>
        <p:grpSpPr>
          <a:xfrm>
            <a:off x="8395284" y="2873739"/>
            <a:ext cx="1794611" cy="811314"/>
            <a:chOff x="0" y="-28575"/>
            <a:chExt cx="548640" cy="248031"/>
          </a:xfrm>
        </p:grpSpPr>
        <p:sp>
          <p:nvSpPr>
            <p:cNvPr id="692" name="Google Shape;692;p18"/>
            <p:cNvSpPr/>
            <p:nvPr/>
          </p:nvSpPr>
          <p:spPr>
            <a:xfrm>
              <a:off x="0" y="0"/>
              <a:ext cx="548640" cy="219456"/>
            </a:xfrm>
            <a:custGeom>
              <a:rect b="b" l="l" r="r" t="t"/>
              <a:pathLst>
                <a:path extrusionOk="0" h="219456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219456"/>
                  </a:lnTo>
                  <a:lnTo>
                    <a:pt x="0" y="2194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321" r="-1321" t="0"/>
              </a:stretch>
            </a:blipFill>
            <a:ln>
              <a:noFill/>
            </a:ln>
          </p:spPr>
        </p:sp>
        <p:sp>
          <p:nvSpPr>
            <p:cNvPr id="693" name="Google Shape;693;p18"/>
            <p:cNvSpPr txBox="1"/>
            <p:nvPr/>
          </p:nvSpPr>
          <p:spPr>
            <a:xfrm>
              <a:off x="0" y="-28575"/>
              <a:ext cx="548640" cy="2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694" name="Google Shape;694;p18"/>
          <p:cNvGrpSpPr/>
          <p:nvPr/>
        </p:nvGrpSpPr>
        <p:grpSpPr>
          <a:xfrm>
            <a:off x="7475220" y="4313396"/>
            <a:ext cx="3634740" cy="1104424"/>
            <a:chOff x="0" y="-9525"/>
            <a:chExt cx="4846320" cy="1472565"/>
          </a:xfrm>
        </p:grpSpPr>
        <p:sp>
          <p:nvSpPr>
            <p:cNvPr id="695" name="Google Shape;695;p18"/>
            <p:cNvSpPr/>
            <p:nvPr/>
          </p:nvSpPr>
          <p:spPr>
            <a:xfrm>
              <a:off x="0" y="0"/>
              <a:ext cx="4846320" cy="1463040"/>
            </a:xfrm>
            <a:custGeom>
              <a:rect b="b" l="l" r="r" t="t"/>
              <a:pathLst>
                <a:path extrusionOk="0" h="14630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544" l="0" r="0" t="-14544"/>
              </a:stretch>
            </a:blipFill>
            <a:ln>
              <a:noFill/>
            </a:ln>
          </p:spPr>
        </p:sp>
        <p:sp>
          <p:nvSpPr>
            <p:cNvPr id="696" name="Google Shape;696;p18"/>
            <p:cNvSpPr txBox="1"/>
            <p:nvPr/>
          </p:nvSpPr>
          <p:spPr>
            <a:xfrm>
              <a:off x="0" y="-9525"/>
              <a:ext cx="4846320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Small, finished work</a:t>
              </a:r>
              <a:endParaRPr/>
            </a:p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beats big, broken ideas.</a:t>
              </a:r>
              <a:endParaRPr/>
            </a:p>
          </p:txBody>
        </p:sp>
      </p:grpSp>
      <p:sp>
        <p:nvSpPr>
          <p:cNvPr id="697" name="Google Shape;697;p18"/>
          <p:cNvSpPr/>
          <p:nvPr/>
        </p:nvSpPr>
        <p:spPr>
          <a:xfrm>
            <a:off x="12540615" y="2253615"/>
            <a:ext cx="4888230" cy="5025390"/>
          </a:xfrm>
          <a:custGeom>
            <a:rect b="b" l="l" r="r" t="t"/>
            <a:pathLst>
              <a:path extrusionOk="0" h="6700520" w="6517640">
                <a:moveTo>
                  <a:pt x="0" y="220345"/>
                </a:moveTo>
                <a:cubicBezTo>
                  <a:pt x="0" y="98679"/>
                  <a:pt x="98679" y="0"/>
                  <a:pt x="220345" y="0"/>
                </a:cubicBezTo>
                <a:lnTo>
                  <a:pt x="6297295" y="0"/>
                </a:lnTo>
                <a:cubicBezTo>
                  <a:pt x="6418961" y="0"/>
                  <a:pt x="6517640" y="98679"/>
                  <a:pt x="6517640" y="220345"/>
                </a:cubicBezTo>
                <a:lnTo>
                  <a:pt x="6517640" y="6480175"/>
                </a:lnTo>
                <a:cubicBezTo>
                  <a:pt x="6517640" y="6601841"/>
                  <a:pt x="6418961" y="6700520"/>
                  <a:pt x="6297295" y="6700520"/>
                </a:cubicBezTo>
                <a:lnTo>
                  <a:pt x="220345" y="6700520"/>
                </a:lnTo>
                <a:cubicBezTo>
                  <a:pt x="98679" y="6700520"/>
                  <a:pt x="0" y="6601841"/>
                  <a:pt x="0" y="6480175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DD6F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8"/>
          <p:cNvSpPr/>
          <p:nvPr/>
        </p:nvSpPr>
        <p:spPr>
          <a:xfrm>
            <a:off x="14351127" y="2733675"/>
            <a:ext cx="1184910" cy="1184910"/>
          </a:xfrm>
          <a:custGeom>
            <a:rect b="b" l="l" r="r" t="t"/>
            <a:pathLst>
              <a:path extrusionOk="0" h="1579880" w="1579880">
                <a:moveTo>
                  <a:pt x="0" y="789940"/>
                </a:moveTo>
                <a:cubicBezTo>
                  <a:pt x="0" y="353695"/>
                  <a:pt x="353695" y="0"/>
                  <a:pt x="789940" y="0"/>
                </a:cubicBezTo>
                <a:cubicBezTo>
                  <a:pt x="1226185" y="0"/>
                  <a:pt x="1579880" y="353695"/>
                  <a:pt x="1579880" y="789940"/>
                </a:cubicBezTo>
                <a:cubicBezTo>
                  <a:pt x="1579880" y="1226185"/>
                  <a:pt x="1226185" y="1579880"/>
                  <a:pt x="789940" y="1579880"/>
                </a:cubicBezTo>
                <a:cubicBezTo>
                  <a:pt x="353695" y="1579880"/>
                  <a:pt x="0" y="1226185"/>
                  <a:pt x="0" y="78994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9" name="Google Shape;699;p18"/>
          <p:cNvGrpSpPr/>
          <p:nvPr/>
        </p:nvGrpSpPr>
        <p:grpSpPr>
          <a:xfrm>
            <a:off x="14075249" y="2888346"/>
            <a:ext cx="1736666" cy="785117"/>
            <a:chOff x="0" y="-28575"/>
            <a:chExt cx="548640" cy="248031"/>
          </a:xfrm>
        </p:grpSpPr>
        <p:sp>
          <p:nvSpPr>
            <p:cNvPr id="700" name="Google Shape;700;p18"/>
            <p:cNvSpPr/>
            <p:nvPr/>
          </p:nvSpPr>
          <p:spPr>
            <a:xfrm>
              <a:off x="0" y="0"/>
              <a:ext cx="548640" cy="219456"/>
            </a:xfrm>
            <a:custGeom>
              <a:rect b="b" l="l" r="r" t="t"/>
              <a:pathLst>
                <a:path extrusionOk="0" h="219456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219456"/>
                  </a:lnTo>
                  <a:lnTo>
                    <a:pt x="0" y="2194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321" r="-1321" t="0"/>
              </a:stretch>
            </a:blipFill>
            <a:ln>
              <a:noFill/>
            </a:ln>
          </p:spPr>
        </p:sp>
        <p:sp>
          <p:nvSpPr>
            <p:cNvPr id="701" name="Google Shape;701;p18"/>
            <p:cNvSpPr txBox="1"/>
            <p:nvPr/>
          </p:nvSpPr>
          <p:spPr>
            <a:xfrm>
              <a:off x="0" y="-28575"/>
              <a:ext cx="548640" cy="248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702" name="Google Shape;702;p18"/>
          <p:cNvGrpSpPr/>
          <p:nvPr/>
        </p:nvGrpSpPr>
        <p:grpSpPr>
          <a:xfrm>
            <a:off x="13167360" y="4313396"/>
            <a:ext cx="3634740" cy="1104424"/>
            <a:chOff x="0" y="-9525"/>
            <a:chExt cx="4846320" cy="1472565"/>
          </a:xfrm>
        </p:grpSpPr>
        <p:sp>
          <p:nvSpPr>
            <p:cNvPr id="703" name="Google Shape;703;p18"/>
            <p:cNvSpPr/>
            <p:nvPr/>
          </p:nvSpPr>
          <p:spPr>
            <a:xfrm>
              <a:off x="0" y="0"/>
              <a:ext cx="4846320" cy="1463040"/>
            </a:xfrm>
            <a:custGeom>
              <a:rect b="b" l="l" r="r" t="t"/>
              <a:pathLst>
                <a:path extrusionOk="0" h="14630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544" l="0" r="0" t="-14544"/>
              </a:stretch>
            </a:blipFill>
            <a:ln>
              <a:noFill/>
            </a:ln>
          </p:spPr>
        </p:sp>
        <p:sp>
          <p:nvSpPr>
            <p:cNvPr id="704" name="Google Shape;704;p18"/>
            <p:cNvSpPr txBox="1"/>
            <p:nvPr/>
          </p:nvSpPr>
          <p:spPr>
            <a:xfrm>
              <a:off x="0" y="-9525"/>
              <a:ext cx="4846320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The people you meet</a:t>
              </a:r>
              <a:endParaRPr/>
            </a:p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matter more than the prize.</a:t>
              </a:r>
              <a:endParaRPr/>
            </a:p>
          </p:txBody>
        </p:sp>
      </p:grpSp>
      <p:sp>
        <p:nvSpPr>
          <p:cNvPr id="705" name="Google Shape;705;p18"/>
          <p:cNvSpPr/>
          <p:nvPr/>
        </p:nvSpPr>
        <p:spPr>
          <a:xfrm>
            <a:off x="4304157" y="7849743"/>
            <a:ext cx="9483090" cy="1257206"/>
          </a:xfrm>
          <a:custGeom>
            <a:rect b="b" l="l" r="r" t="t"/>
            <a:pathLst>
              <a:path extrusionOk="0" h="1676273" w="12644120">
                <a:moveTo>
                  <a:pt x="0" y="279400"/>
                </a:moveTo>
                <a:cubicBezTo>
                  <a:pt x="0" y="125095"/>
                  <a:pt x="125095" y="0"/>
                  <a:pt x="279400" y="0"/>
                </a:cubicBezTo>
                <a:lnTo>
                  <a:pt x="12364720" y="0"/>
                </a:lnTo>
                <a:cubicBezTo>
                  <a:pt x="12519025" y="0"/>
                  <a:pt x="12644120" y="125095"/>
                  <a:pt x="12644120" y="279400"/>
                </a:cubicBezTo>
                <a:lnTo>
                  <a:pt x="12644120" y="1396873"/>
                </a:lnTo>
                <a:cubicBezTo>
                  <a:pt x="12644120" y="1551178"/>
                  <a:pt x="12519025" y="1676273"/>
                  <a:pt x="12364720" y="1676273"/>
                </a:cubicBezTo>
                <a:lnTo>
                  <a:pt x="279400" y="1676273"/>
                </a:lnTo>
                <a:cubicBezTo>
                  <a:pt x="125095" y="1676273"/>
                  <a:pt x="0" y="1551178"/>
                  <a:pt x="0" y="1396873"/>
                </a:cubicBezTo>
                <a:close/>
              </a:path>
            </a:pathLst>
          </a:custGeom>
          <a:solidFill>
            <a:srgbClr val="F2F2F2"/>
          </a:solidFill>
          <a:ln cap="sq" cmpd="sng" w="19050">
            <a:solidFill>
              <a:srgbClr val="161A2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6" name="Google Shape;706;p18"/>
          <p:cNvGrpSpPr/>
          <p:nvPr/>
        </p:nvGrpSpPr>
        <p:grpSpPr>
          <a:xfrm>
            <a:off x="4815078" y="7978777"/>
            <a:ext cx="8695944" cy="991920"/>
            <a:chOff x="0" y="-9525"/>
            <a:chExt cx="11594592" cy="1322559"/>
          </a:xfrm>
        </p:grpSpPr>
        <p:sp>
          <p:nvSpPr>
            <p:cNvPr id="707" name="Google Shape;707;p18"/>
            <p:cNvSpPr/>
            <p:nvPr/>
          </p:nvSpPr>
          <p:spPr>
            <a:xfrm>
              <a:off x="0" y="0"/>
              <a:ext cx="11594592" cy="1313034"/>
            </a:xfrm>
            <a:custGeom>
              <a:rect b="b" l="l" r="r" t="t"/>
              <a:pathLst>
                <a:path extrusionOk="0" h="1313034" w="11594592">
                  <a:moveTo>
                    <a:pt x="0" y="0"/>
                  </a:moveTo>
                  <a:lnTo>
                    <a:pt x="11594592" y="0"/>
                  </a:lnTo>
                  <a:lnTo>
                    <a:pt x="11594592" y="1313034"/>
                  </a:lnTo>
                  <a:lnTo>
                    <a:pt x="0" y="131303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8352" l="0" r="0" t="-145764"/>
              </a:stretch>
            </a:blipFill>
            <a:ln>
              <a:noFill/>
            </a:ln>
          </p:spPr>
        </p:sp>
        <p:sp>
          <p:nvSpPr>
            <p:cNvPr id="708" name="Google Shape;708;p18"/>
            <p:cNvSpPr txBox="1"/>
            <p:nvPr/>
          </p:nvSpPr>
          <p:spPr>
            <a:xfrm>
              <a:off x="0" y="-9525"/>
              <a:ext cx="11594592" cy="1322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61E2D"/>
                  </a:solidFill>
                  <a:latin typeface="Arial"/>
                  <a:ea typeface="Arial"/>
                  <a:cs typeface="Arial"/>
                  <a:sym typeface="Arial"/>
                </a:rPr>
                <a:t>A hackathon isn't just a competition.</a:t>
              </a:r>
              <a:endParaRPr/>
            </a:p>
            <a:p>
              <a:pPr indent="0" lvl="0" marL="0" marR="0" rtl="0" algn="l">
                <a:lnSpc>
                  <a:spcPct val="20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61E2D"/>
                  </a:solidFill>
                  <a:latin typeface="Arial"/>
                  <a:ea typeface="Arial"/>
                  <a:cs typeface="Arial"/>
                  <a:sym typeface="Arial"/>
                </a:rPr>
                <a:t>It's where you find out what you can build.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18" name="Google Shape;718;p19"/>
          <p:cNvGrpSpPr/>
          <p:nvPr/>
        </p:nvGrpSpPr>
        <p:grpSpPr>
          <a:xfrm>
            <a:off x="13658850" y="9515084"/>
            <a:ext cx="4114800" cy="554832"/>
            <a:chOff x="0" y="-9525"/>
            <a:chExt cx="5486400" cy="739775"/>
          </a:xfrm>
        </p:grpSpPr>
        <p:sp>
          <p:nvSpPr>
            <p:cNvPr id="719" name="Google Shape;719;p19"/>
            <p:cNvSpPr/>
            <p:nvPr/>
          </p:nvSpPr>
          <p:spPr>
            <a:xfrm>
              <a:off x="0" y="0"/>
              <a:ext cx="5486400" cy="730250"/>
            </a:xfrm>
            <a:custGeom>
              <a:rect b="b" l="l" r="r" t="t"/>
              <a:pathLst>
                <a:path extrusionOk="0"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6387" l="0" r="0" t="-96387"/>
              </a:stretch>
            </a:blipFill>
            <a:ln>
              <a:noFill/>
            </a:ln>
          </p:spPr>
        </p:sp>
        <p:sp>
          <p:nvSpPr>
            <p:cNvPr id="720" name="Google Shape;720;p19"/>
            <p:cNvSpPr txBox="1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16</a:t>
              </a:r>
              <a:endParaRPr/>
            </a:p>
          </p:txBody>
        </p:sp>
      </p:grpSp>
      <p:sp>
        <p:nvSpPr>
          <p:cNvPr id="721" name="Google Shape;721;p19"/>
          <p:cNvSpPr txBox="1"/>
          <p:nvPr/>
        </p:nvSpPr>
        <p:spPr>
          <a:xfrm>
            <a:off x="3086100" y="9500140"/>
            <a:ext cx="5943600" cy="163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Hackathon Journey</a:t>
            </a:r>
            <a:endParaRPr/>
          </a:p>
        </p:txBody>
      </p:sp>
      <p:sp>
        <p:nvSpPr>
          <p:cNvPr descr="A black and white sign with white text  AI-generated content may be incorrect." id="722" name="Google Shape;722;p19"/>
          <p:cNvSpPr/>
          <p:nvPr/>
        </p:nvSpPr>
        <p:spPr>
          <a:xfrm>
            <a:off x="457200" y="9387878"/>
            <a:ext cx="2382964" cy="585788"/>
          </a:xfrm>
          <a:custGeom>
            <a:rect b="b" l="l" r="r" t="t"/>
            <a:pathLst>
              <a:path extrusionOk="0" h="781050" w="3177286">
                <a:moveTo>
                  <a:pt x="0" y="0"/>
                </a:moveTo>
                <a:lnTo>
                  <a:pt x="3177286" y="0"/>
                </a:lnTo>
                <a:lnTo>
                  <a:pt x="3177286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6" l="0" r="0" t="-156"/>
            </a:stretch>
          </a:blipFill>
          <a:ln>
            <a:noFill/>
          </a:ln>
        </p:spPr>
      </p:sp>
      <p:sp>
        <p:nvSpPr>
          <p:cNvPr id="723" name="Google Shape;723;p19"/>
          <p:cNvSpPr/>
          <p:nvPr/>
        </p:nvSpPr>
        <p:spPr>
          <a:xfrm>
            <a:off x="0" y="0"/>
            <a:ext cx="120491" cy="10287000"/>
          </a:xfrm>
          <a:custGeom>
            <a:rect b="b" l="l" r="r" t="t"/>
            <a:pathLst>
              <a:path extrusionOk="0" h="13716000" w="160655">
                <a:moveTo>
                  <a:pt x="0" y="0"/>
                </a:moveTo>
                <a:lnTo>
                  <a:pt x="160655" y="0"/>
                </a:lnTo>
                <a:lnTo>
                  <a:pt x="160655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F66C02"/>
              </a:gs>
              <a:gs pos="17000">
                <a:srgbClr val="E1381E"/>
              </a:gs>
              <a:gs pos="34000">
                <a:srgbClr val="B20F87"/>
              </a:gs>
              <a:gs pos="51000">
                <a:srgbClr val="5600C2"/>
              </a:gs>
              <a:gs pos="70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0"/>
          </a:gradFill>
          <a:ln>
            <a:noFill/>
          </a:ln>
        </p:spPr>
      </p:sp>
      <p:grpSp>
        <p:nvGrpSpPr>
          <p:cNvPr id="724" name="Google Shape;724;p19"/>
          <p:cNvGrpSpPr/>
          <p:nvPr/>
        </p:nvGrpSpPr>
        <p:grpSpPr>
          <a:xfrm>
            <a:off x="1028700" y="2331720"/>
            <a:ext cx="6583680" cy="1028700"/>
            <a:chOff x="0" y="0"/>
            <a:chExt cx="8778240" cy="1371600"/>
          </a:xfrm>
        </p:grpSpPr>
        <p:sp>
          <p:nvSpPr>
            <p:cNvPr id="725" name="Google Shape;725;p19"/>
            <p:cNvSpPr/>
            <p:nvPr/>
          </p:nvSpPr>
          <p:spPr>
            <a:xfrm>
              <a:off x="0" y="0"/>
              <a:ext cx="8778240" cy="1371600"/>
            </a:xfrm>
            <a:custGeom>
              <a:rect b="b" l="l" r="r" t="t"/>
              <a:pathLst>
                <a:path extrusionOk="0" h="13716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707" l="0" r="0" t="-74707"/>
              </a:stretch>
            </a:blipFill>
            <a:ln>
              <a:noFill/>
            </a:ln>
          </p:spPr>
        </p:sp>
        <p:sp>
          <p:nvSpPr>
            <p:cNvPr id="726" name="Google Shape;726;p19"/>
            <p:cNvSpPr txBox="1"/>
            <p:nvPr/>
          </p:nvSpPr>
          <p:spPr>
            <a:xfrm>
              <a:off x="0" y="0"/>
              <a:ext cx="877824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/>
            </a:p>
          </p:txBody>
        </p:sp>
      </p:grpSp>
      <p:grpSp>
        <p:nvGrpSpPr>
          <p:cNvPr id="727" name="Google Shape;727;p19"/>
          <p:cNvGrpSpPr/>
          <p:nvPr/>
        </p:nvGrpSpPr>
        <p:grpSpPr>
          <a:xfrm>
            <a:off x="1069848" y="3620453"/>
            <a:ext cx="3566160" cy="357188"/>
            <a:chOff x="0" y="-19050"/>
            <a:chExt cx="4754880" cy="476250"/>
          </a:xfrm>
        </p:grpSpPr>
        <p:sp>
          <p:nvSpPr>
            <p:cNvPr id="728" name="Google Shape;728;p19"/>
            <p:cNvSpPr/>
            <p:nvPr/>
          </p:nvSpPr>
          <p:spPr>
            <a:xfrm>
              <a:off x="0" y="0"/>
              <a:ext cx="4754880" cy="457200"/>
            </a:xfrm>
            <a:custGeom>
              <a:rect b="b" l="l" r="r" t="t"/>
              <a:pathLst>
                <a:path extrusionOk="0" h="457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52642" l="0" r="0" t="-152642"/>
              </a:stretch>
            </a:blipFill>
            <a:ln>
              <a:noFill/>
            </a:ln>
          </p:spPr>
        </p:sp>
        <p:sp>
          <p:nvSpPr>
            <p:cNvPr id="729" name="Google Shape;729;p19"/>
            <p:cNvSpPr txBox="1"/>
            <p:nvPr/>
          </p:nvSpPr>
          <p:spPr>
            <a:xfrm>
              <a:off x="0" y="-19050"/>
              <a:ext cx="4754880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7E6FF"/>
                  </a:solidFill>
                  <a:latin typeface="Arial"/>
                  <a:ea typeface="Arial"/>
                  <a:cs typeface="Arial"/>
                  <a:sym typeface="Arial"/>
                </a:rPr>
                <a:t>Thank you!</a:t>
              </a:r>
              <a:endParaRPr/>
            </a:p>
          </p:txBody>
        </p:sp>
      </p:grpSp>
      <p:grpSp>
        <p:nvGrpSpPr>
          <p:cNvPr id="730" name="Google Shape;730;p19"/>
          <p:cNvGrpSpPr/>
          <p:nvPr/>
        </p:nvGrpSpPr>
        <p:grpSpPr>
          <a:xfrm>
            <a:off x="1097280" y="4239133"/>
            <a:ext cx="6717995" cy="1030327"/>
            <a:chOff x="0" y="-19050"/>
            <a:chExt cx="8686800" cy="1332279"/>
          </a:xfrm>
        </p:grpSpPr>
        <p:sp>
          <p:nvSpPr>
            <p:cNvPr id="731" name="Google Shape;731;p19"/>
            <p:cNvSpPr/>
            <p:nvPr/>
          </p:nvSpPr>
          <p:spPr>
            <a:xfrm>
              <a:off x="0" y="0"/>
              <a:ext cx="8686800" cy="1313229"/>
            </a:xfrm>
            <a:custGeom>
              <a:rect b="b" l="l" r="r" t="t"/>
              <a:pathLst>
                <a:path extrusionOk="0" h="1313229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313229"/>
                  </a:lnTo>
                  <a:lnTo>
                    <a:pt x="0" y="131322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5348" l="0" r="0" t="-102431"/>
              </a:stretch>
            </a:blipFill>
            <a:ln>
              <a:noFill/>
            </a:ln>
          </p:spPr>
        </p:sp>
        <p:sp>
          <p:nvSpPr>
            <p:cNvPr id="732" name="Google Shape;732;p19"/>
            <p:cNvSpPr txBox="1"/>
            <p:nvPr/>
          </p:nvSpPr>
          <p:spPr>
            <a:xfrm>
              <a:off x="0" y="-19050"/>
              <a:ext cx="8686800" cy="1332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Ask me anything about the hackathon, the build, or getting started.</a:t>
              </a:r>
              <a:endParaRPr/>
            </a:p>
          </p:txBody>
        </p:sp>
      </p:grpSp>
      <p:sp>
        <p:nvSpPr>
          <p:cNvPr descr="/mnt/data/a_wide_modern_futuristic_digital_illustration.png" id="733" name="Google Shape;733;p19"/>
          <p:cNvSpPr/>
          <p:nvPr/>
        </p:nvSpPr>
        <p:spPr>
          <a:xfrm>
            <a:off x="9395460" y="0"/>
            <a:ext cx="8887968" cy="9628632"/>
          </a:xfrm>
          <a:custGeom>
            <a:rect b="b" l="l" r="r" t="t"/>
            <a:pathLst>
              <a:path extrusionOk="0" h="12838176" w="11850624">
                <a:moveTo>
                  <a:pt x="0" y="0"/>
                </a:moveTo>
                <a:lnTo>
                  <a:pt x="11850624" y="0"/>
                </a:lnTo>
                <a:lnTo>
                  <a:pt x="11850624" y="12838176"/>
                </a:lnTo>
                <a:lnTo>
                  <a:pt x="0" y="12838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46246" r="-46246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