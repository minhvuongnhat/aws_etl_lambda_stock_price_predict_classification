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27"/>
  </p:notesMasterIdLst>
  <p:sldIdLst>
    <p:sldId id="256" r:id="rId2"/>
    <p:sldId id="259" r:id="rId3"/>
    <p:sldId id="258" r:id="rId4"/>
    <p:sldId id="282" r:id="rId5"/>
    <p:sldId id="260" r:id="rId6"/>
    <p:sldId id="263" r:id="rId7"/>
    <p:sldId id="264" r:id="rId8"/>
    <p:sldId id="300" r:id="rId9"/>
    <p:sldId id="266" r:id="rId10"/>
    <p:sldId id="265" r:id="rId11"/>
    <p:sldId id="268" r:id="rId12"/>
    <p:sldId id="269" r:id="rId13"/>
    <p:sldId id="310" r:id="rId14"/>
    <p:sldId id="278" r:id="rId15"/>
    <p:sldId id="301" r:id="rId16"/>
    <p:sldId id="279" r:id="rId17"/>
    <p:sldId id="304" r:id="rId18"/>
    <p:sldId id="303" r:id="rId19"/>
    <p:sldId id="306" r:id="rId20"/>
    <p:sldId id="308" r:id="rId21"/>
    <p:sldId id="281" r:id="rId22"/>
    <p:sldId id="286" r:id="rId23"/>
    <p:sldId id="309" r:id="rId24"/>
    <p:sldId id="290" r:id="rId25"/>
    <p:sldId id="298" r:id="rId26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9" autoAdjust="0"/>
    <p:restoredTop sz="78693" autoAdjust="0"/>
  </p:normalViewPr>
  <p:slideViewPr>
    <p:cSldViewPr snapToGrid="0">
      <p:cViewPr varScale="1">
        <p:scale>
          <a:sx n="65" d="100"/>
          <a:sy n="65" d="100"/>
        </p:scale>
        <p:origin x="15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22AF3-0BE8-469C-9729-0C7FB92DFE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4FD3F3-FF23-402B-AD4E-0CCBD6C83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accent6">
                  <a:lumMod val="75000"/>
                </a:schemeClr>
              </a:solidFill>
            </a:rPr>
            <a:t>Isolation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87864D1E-3EA3-4BAC-AABC-DB3B26BAE636}" type="parTrans" cxnId="{CD3EEBFB-42C5-474D-8BC3-5B696DC14C3F}">
      <dgm:prSet/>
      <dgm:spPr/>
      <dgm:t>
        <a:bodyPr/>
        <a:lstStyle/>
        <a:p>
          <a:endParaRPr lang="en-US"/>
        </a:p>
      </dgm:t>
    </dgm:pt>
    <dgm:pt modelId="{9BAC4217-3298-47A2-943D-1959647F2E89}" type="sibTrans" cxnId="{CD3EEBFB-42C5-474D-8BC3-5B696DC14C3F}">
      <dgm:prSet/>
      <dgm:spPr/>
      <dgm:t>
        <a:bodyPr/>
        <a:lstStyle/>
        <a:p>
          <a:endParaRPr lang="en-US"/>
        </a:p>
      </dgm:t>
    </dgm:pt>
    <dgm:pt modelId="{91C28949-CA08-405B-A78C-33F9C14D47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mazon Ember" panose="020B0603020204020204"/>
            </a:rPr>
            <a:t>Keeps crashes separate</a:t>
          </a:r>
        </a:p>
      </dgm:t>
    </dgm:pt>
    <dgm:pt modelId="{AD7FA94C-8A47-4BC9-8D46-DFE368D52771}" type="parTrans" cxnId="{E9C86A5B-3E41-4AE2-B4B0-10168FA39779}">
      <dgm:prSet/>
      <dgm:spPr/>
      <dgm:t>
        <a:bodyPr/>
        <a:lstStyle/>
        <a:p>
          <a:endParaRPr lang="en-US"/>
        </a:p>
      </dgm:t>
    </dgm:pt>
    <dgm:pt modelId="{7408E980-AD31-4C48-8D72-862EED7988FF}" type="sibTrans" cxnId="{E9C86A5B-3E41-4AE2-B4B0-10168FA39779}">
      <dgm:prSet/>
      <dgm:spPr/>
      <dgm:t>
        <a:bodyPr/>
        <a:lstStyle/>
        <a:p>
          <a:endParaRPr lang="en-US"/>
        </a:p>
      </dgm:t>
    </dgm:pt>
    <dgm:pt modelId="{D265F739-EDC7-4AC7-8E55-F912733730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mazon Ember" panose="020B0603020204020204"/>
            </a:rPr>
            <a:t>Keeps speed stable</a:t>
          </a:r>
          <a:endParaRPr lang="en-US" sz="1800" b="1" dirty="0">
            <a:latin typeface="Amazon Ember" panose="020B0603020204020204"/>
          </a:endParaRPr>
        </a:p>
      </dgm:t>
    </dgm:pt>
    <dgm:pt modelId="{CD650CB1-0A9D-4832-830F-22120434602B}" type="parTrans" cxnId="{027126AE-FD0B-41DB-A6E6-F6939FBCACE2}">
      <dgm:prSet/>
      <dgm:spPr/>
      <dgm:t>
        <a:bodyPr/>
        <a:lstStyle/>
        <a:p>
          <a:endParaRPr lang="en-US"/>
        </a:p>
      </dgm:t>
    </dgm:pt>
    <dgm:pt modelId="{3398F2BA-D29A-4249-8CE1-1E7C5CE7216F}" type="sibTrans" cxnId="{027126AE-FD0B-41DB-A6E6-F6939FBCACE2}">
      <dgm:prSet/>
      <dgm:spPr/>
      <dgm:t>
        <a:bodyPr/>
        <a:lstStyle/>
        <a:p>
          <a:endParaRPr lang="en-US"/>
        </a:p>
      </dgm:t>
    </dgm:pt>
    <dgm:pt modelId="{6407C23E-CFE0-4A39-89D4-4A4BE6D966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mazon Ember" panose="020B0603020204020204"/>
            </a:rPr>
            <a:t>Keeps apps separate</a:t>
          </a:r>
          <a:endParaRPr lang="en-US" sz="1800" b="1" dirty="0">
            <a:latin typeface="Amazon Ember" panose="020B0603020204020204"/>
          </a:endParaRPr>
        </a:p>
      </dgm:t>
    </dgm:pt>
    <dgm:pt modelId="{4971353D-3389-425E-8954-C67D43A28719}" type="parTrans" cxnId="{1E75BB98-C31A-4A8C-8736-546DF64F18C2}">
      <dgm:prSet/>
      <dgm:spPr/>
      <dgm:t>
        <a:bodyPr/>
        <a:lstStyle/>
        <a:p>
          <a:endParaRPr lang="en-US"/>
        </a:p>
      </dgm:t>
    </dgm:pt>
    <dgm:pt modelId="{8BC05BFB-79A2-44D5-BCE1-D1E0E114C607}" type="sibTrans" cxnId="{1E75BB98-C31A-4A8C-8736-546DF64F18C2}">
      <dgm:prSet/>
      <dgm:spPr/>
      <dgm:t>
        <a:bodyPr/>
        <a:lstStyle/>
        <a:p>
          <a:endParaRPr lang="en-US"/>
        </a:p>
      </dgm:t>
    </dgm:pt>
    <dgm:pt modelId="{353F86A2-63B0-4CD4-A20F-614381602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accent6">
                  <a:lumMod val="75000"/>
                </a:schemeClr>
              </a:solidFill>
            </a:rPr>
            <a:t>Encapsulation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08A83589-23CB-434C-883F-C65665E4557B}" type="parTrans" cxnId="{058EF406-D0AA-470B-ADF2-0B42EBE22B1B}">
      <dgm:prSet/>
      <dgm:spPr/>
      <dgm:t>
        <a:bodyPr/>
        <a:lstStyle/>
        <a:p>
          <a:endParaRPr lang="en-US"/>
        </a:p>
      </dgm:t>
    </dgm:pt>
    <dgm:pt modelId="{28C468F0-D764-438B-AF70-8E19F123B804}" type="sibTrans" cxnId="{058EF406-D0AA-470B-ADF2-0B42EBE22B1B}">
      <dgm:prSet/>
      <dgm:spPr/>
      <dgm:t>
        <a:bodyPr/>
        <a:lstStyle/>
        <a:p>
          <a:endParaRPr lang="en-US"/>
        </a:p>
      </dgm:t>
    </dgm:pt>
    <dgm:pt modelId="{D27AFBBA-A2E9-40A8-A6BF-561C274860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Save state </a:t>
          </a:r>
        </a:p>
        <a:p>
          <a:pPr>
            <a:lnSpc>
              <a:spcPct val="100000"/>
            </a:lnSpc>
          </a:pPr>
          <a:r>
            <a:rPr lang="en-US" sz="1800" b="1"/>
            <a:t>Make copies</a:t>
          </a:r>
          <a:endParaRPr lang="en-US" sz="1800" b="1" dirty="0">
            <a:latin typeface="Amazon Ember" panose="020B0603020204020204"/>
          </a:endParaRPr>
        </a:p>
      </dgm:t>
    </dgm:pt>
    <dgm:pt modelId="{1470D6C3-C416-4215-A524-3C634834412B}" type="parTrans" cxnId="{45C1943B-8E38-4C37-92CB-E668388BB0DD}">
      <dgm:prSet/>
      <dgm:spPr/>
      <dgm:t>
        <a:bodyPr/>
        <a:lstStyle/>
        <a:p>
          <a:endParaRPr lang="en-US"/>
        </a:p>
      </dgm:t>
    </dgm:pt>
    <dgm:pt modelId="{480F6862-F74F-4737-86EA-C5F5B2794497}" type="sibTrans" cxnId="{45C1943B-8E38-4C37-92CB-E668388BB0DD}">
      <dgm:prSet/>
      <dgm:spPr/>
      <dgm:t>
        <a:bodyPr/>
        <a:lstStyle/>
        <a:p>
          <a:endParaRPr lang="en-US"/>
        </a:p>
      </dgm:t>
    </dgm:pt>
    <dgm:pt modelId="{4C81D9E5-08F6-4CAC-864D-5B65C0C4CA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accent6">
                  <a:lumMod val="75000"/>
                </a:schemeClr>
              </a:solidFill>
            </a:rPr>
            <a:t>Portability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C78A327E-8FFF-4199-9E55-9A3B49D1D82A}" type="parTrans" cxnId="{625B73A6-8C23-4988-8ECD-7AF776062DF7}">
      <dgm:prSet/>
      <dgm:spPr/>
      <dgm:t>
        <a:bodyPr/>
        <a:lstStyle/>
        <a:p>
          <a:endParaRPr lang="en-US"/>
        </a:p>
      </dgm:t>
    </dgm:pt>
    <dgm:pt modelId="{6E764CB5-BA68-4F60-AA80-345F03BCDF8B}" type="sibTrans" cxnId="{625B73A6-8C23-4988-8ECD-7AF776062DF7}">
      <dgm:prSet/>
      <dgm:spPr/>
      <dgm:t>
        <a:bodyPr/>
        <a:lstStyle/>
        <a:p>
          <a:endParaRPr lang="en-US"/>
        </a:p>
      </dgm:t>
    </dgm:pt>
    <dgm:pt modelId="{F972DE00-2138-4818-BA77-7B319764EB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>
              <a:latin typeface="Amazon Ember" panose="020B0603020204020204"/>
            </a:rPr>
            <a:t>Runs on many machines. </a:t>
          </a:r>
          <a:endParaRPr lang="en-US" sz="1800" b="1" dirty="0">
            <a:latin typeface="Amazon Ember" panose="020B0603020204020204"/>
          </a:endParaRPr>
        </a:p>
      </dgm:t>
    </dgm:pt>
    <dgm:pt modelId="{F5DF62CB-3A08-4BA8-A70A-AAA87F4AF291}" type="parTrans" cxnId="{93CE2704-33D7-4F1B-9C57-BA223358C963}">
      <dgm:prSet/>
      <dgm:spPr/>
      <dgm:t>
        <a:bodyPr/>
        <a:lstStyle/>
        <a:p>
          <a:endParaRPr lang="en-US"/>
        </a:p>
      </dgm:t>
    </dgm:pt>
    <dgm:pt modelId="{F48C2793-C1EC-4FA0-A0A2-37F56EAC4771}" type="sibTrans" cxnId="{93CE2704-33D7-4F1B-9C57-BA223358C963}">
      <dgm:prSet/>
      <dgm:spPr/>
      <dgm:t>
        <a:bodyPr/>
        <a:lstStyle/>
        <a:p>
          <a:endParaRPr lang="en-US"/>
        </a:p>
      </dgm:t>
    </dgm:pt>
    <dgm:pt modelId="{C3819E4D-94F3-484C-A23F-591F52AA2BD0}" type="pres">
      <dgm:prSet presAssocID="{2D422AF3-0BE8-469C-9729-0C7FB92DFE6E}" presName="root" presStyleCnt="0">
        <dgm:presLayoutVars>
          <dgm:dir/>
          <dgm:resizeHandles val="exact"/>
        </dgm:presLayoutVars>
      </dgm:prSet>
      <dgm:spPr/>
    </dgm:pt>
    <dgm:pt modelId="{3393CB56-8565-441D-97D8-FF2D0B18160C}" type="pres">
      <dgm:prSet presAssocID="{A74FD3F3-FF23-402B-AD4E-0CCBD6C8323F}" presName="compNode" presStyleCnt="0"/>
      <dgm:spPr/>
    </dgm:pt>
    <dgm:pt modelId="{15FA7735-AB45-4510-BB40-C3AA864E1C71}" type="pres">
      <dgm:prSet presAssocID="{A74FD3F3-FF23-402B-AD4E-0CCBD6C8323F}" presName="bgRect" presStyleLbl="bgShp" presStyleIdx="0" presStyleCnt="3" custLinFactNeighborX="2787" custLinFactNeighborY="-1334"/>
      <dgm:spPr/>
    </dgm:pt>
    <dgm:pt modelId="{599A5253-FCAC-454C-84D3-EDF737D76E12}" type="pres">
      <dgm:prSet presAssocID="{A74FD3F3-FF23-402B-AD4E-0CCBD6C8323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45332DB-3752-4EB6-A0AD-93BBAAF348FB}" type="pres">
      <dgm:prSet presAssocID="{A74FD3F3-FF23-402B-AD4E-0CCBD6C8323F}" presName="spaceRect" presStyleCnt="0"/>
      <dgm:spPr/>
    </dgm:pt>
    <dgm:pt modelId="{3391AE04-7CE2-4F6F-9AC4-568F3FA17CE7}" type="pres">
      <dgm:prSet presAssocID="{A74FD3F3-FF23-402B-AD4E-0CCBD6C8323F}" presName="parTx" presStyleLbl="revTx" presStyleIdx="0" presStyleCnt="6">
        <dgm:presLayoutVars>
          <dgm:chMax val="0"/>
          <dgm:chPref val="0"/>
        </dgm:presLayoutVars>
      </dgm:prSet>
      <dgm:spPr/>
    </dgm:pt>
    <dgm:pt modelId="{3544DB2F-033B-4F2A-B342-AFD110FC3C9C}" type="pres">
      <dgm:prSet presAssocID="{A74FD3F3-FF23-402B-AD4E-0CCBD6C8323F}" presName="desTx" presStyleLbl="revTx" presStyleIdx="1" presStyleCnt="6" custScaleX="191625">
        <dgm:presLayoutVars/>
      </dgm:prSet>
      <dgm:spPr/>
    </dgm:pt>
    <dgm:pt modelId="{37B1A38B-6C7F-46F4-BF4D-40FE94870AEE}" type="pres">
      <dgm:prSet presAssocID="{9BAC4217-3298-47A2-943D-1959647F2E89}" presName="sibTrans" presStyleCnt="0"/>
      <dgm:spPr/>
    </dgm:pt>
    <dgm:pt modelId="{CF3B25F7-1B4B-4AF6-9942-AAC9F17B58F9}" type="pres">
      <dgm:prSet presAssocID="{353F86A2-63B0-4CD4-A20F-614381602ECA}" presName="compNode" presStyleCnt="0"/>
      <dgm:spPr/>
    </dgm:pt>
    <dgm:pt modelId="{E451FA25-62B6-4FD5-B597-483E79B3895C}" type="pres">
      <dgm:prSet presAssocID="{353F86A2-63B0-4CD4-A20F-614381602ECA}" presName="bgRect" presStyleLbl="bgShp" presStyleIdx="1" presStyleCnt="3" custLinFactNeighborX="2787" custLinFactNeighborY="-1153"/>
      <dgm:spPr/>
    </dgm:pt>
    <dgm:pt modelId="{C0D1DF08-197D-4B2E-B106-D650CD2E6FF0}" type="pres">
      <dgm:prSet presAssocID="{353F86A2-63B0-4CD4-A20F-614381602EC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55CD5A5-102E-42FF-AEB6-87626F0EE6C8}" type="pres">
      <dgm:prSet presAssocID="{353F86A2-63B0-4CD4-A20F-614381602ECA}" presName="spaceRect" presStyleCnt="0"/>
      <dgm:spPr/>
    </dgm:pt>
    <dgm:pt modelId="{82FD2BAF-341A-47F3-A8AD-1645BD12DA9D}" type="pres">
      <dgm:prSet presAssocID="{353F86A2-63B0-4CD4-A20F-614381602ECA}" presName="parTx" presStyleLbl="revTx" presStyleIdx="2" presStyleCnt="6" custLinFactNeighborX="-12702" custLinFactNeighborY="-159">
        <dgm:presLayoutVars>
          <dgm:chMax val="0"/>
          <dgm:chPref val="0"/>
        </dgm:presLayoutVars>
      </dgm:prSet>
      <dgm:spPr/>
    </dgm:pt>
    <dgm:pt modelId="{110059F0-EDCE-4DE3-81C6-962C9506FD1C}" type="pres">
      <dgm:prSet presAssocID="{353F86A2-63B0-4CD4-A20F-614381602ECA}" presName="desTx" presStyleLbl="revTx" presStyleIdx="3" presStyleCnt="6" custScaleX="184815">
        <dgm:presLayoutVars/>
      </dgm:prSet>
      <dgm:spPr/>
    </dgm:pt>
    <dgm:pt modelId="{48E2B58B-E0C9-4560-A449-FF8DCF69E9DB}" type="pres">
      <dgm:prSet presAssocID="{28C468F0-D764-438B-AF70-8E19F123B804}" presName="sibTrans" presStyleCnt="0"/>
      <dgm:spPr/>
    </dgm:pt>
    <dgm:pt modelId="{2EAD53AF-773D-4EBF-9913-F5A5B8201754}" type="pres">
      <dgm:prSet presAssocID="{4C81D9E5-08F6-4CAC-864D-5B65C0C4CA89}" presName="compNode" presStyleCnt="0"/>
      <dgm:spPr/>
    </dgm:pt>
    <dgm:pt modelId="{65333EA4-A48A-465E-9D5D-3B0BA96658AD}" type="pres">
      <dgm:prSet presAssocID="{4C81D9E5-08F6-4CAC-864D-5B65C0C4CA89}" presName="bgRect" presStyleLbl="bgShp" presStyleIdx="2" presStyleCnt="3" custLinFactNeighborX="3384" custLinFactNeighborY="-9144"/>
      <dgm:spPr/>
    </dgm:pt>
    <dgm:pt modelId="{000C9EF6-5654-4C3B-8B63-3DA966BCC6C9}" type="pres">
      <dgm:prSet presAssocID="{4C81D9E5-08F6-4CAC-864D-5B65C0C4CA8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7768329-D17A-425C-AA2A-E4374D90FC64}" type="pres">
      <dgm:prSet presAssocID="{4C81D9E5-08F6-4CAC-864D-5B65C0C4CA89}" presName="spaceRect" presStyleCnt="0"/>
      <dgm:spPr/>
    </dgm:pt>
    <dgm:pt modelId="{780468FA-ACBC-4687-AD82-9DAF5C18E591}" type="pres">
      <dgm:prSet presAssocID="{4C81D9E5-08F6-4CAC-864D-5B65C0C4CA89}" presName="parTx" presStyleLbl="revTx" presStyleIdx="4" presStyleCnt="6" custLinFactNeighborX="-1026" custLinFactNeighborY="-7238">
        <dgm:presLayoutVars>
          <dgm:chMax val="0"/>
          <dgm:chPref val="0"/>
        </dgm:presLayoutVars>
      </dgm:prSet>
      <dgm:spPr/>
    </dgm:pt>
    <dgm:pt modelId="{D1A7B2B6-6A7C-4AE3-B4A6-F6C0A8507F74}" type="pres">
      <dgm:prSet presAssocID="{4C81D9E5-08F6-4CAC-864D-5B65C0C4CA89}" presName="desTx" presStyleLbl="revTx" presStyleIdx="5" presStyleCnt="6" custScaleX="157345" custLinFactNeighborX="-20339" custLinFactNeighborY="-9354">
        <dgm:presLayoutVars/>
      </dgm:prSet>
      <dgm:spPr/>
    </dgm:pt>
  </dgm:ptLst>
  <dgm:cxnLst>
    <dgm:cxn modelId="{93CE2704-33D7-4F1B-9C57-BA223358C963}" srcId="{4C81D9E5-08F6-4CAC-864D-5B65C0C4CA89}" destId="{F972DE00-2138-4818-BA77-7B319764EBDC}" srcOrd="0" destOrd="0" parTransId="{F5DF62CB-3A08-4BA8-A70A-AAA87F4AF291}" sibTransId="{F48C2793-C1EC-4FA0-A0A2-37F56EAC4771}"/>
    <dgm:cxn modelId="{058EF406-D0AA-470B-ADF2-0B42EBE22B1B}" srcId="{2D422AF3-0BE8-469C-9729-0C7FB92DFE6E}" destId="{353F86A2-63B0-4CD4-A20F-614381602ECA}" srcOrd="1" destOrd="0" parTransId="{08A83589-23CB-434C-883F-C65665E4557B}" sibTransId="{28C468F0-D764-438B-AF70-8E19F123B804}"/>
    <dgm:cxn modelId="{E3694314-DBA4-4977-9426-36C7452FF655}" type="presOf" srcId="{D265F739-EDC7-4AC7-8E55-F91273373058}" destId="{3544DB2F-033B-4F2A-B342-AFD110FC3C9C}" srcOrd="0" destOrd="1" presId="urn:microsoft.com/office/officeart/2018/2/layout/IconVerticalSolidList"/>
    <dgm:cxn modelId="{5F172730-7F73-4A5A-A272-EAFEFBCE5DCD}" type="presOf" srcId="{A74FD3F3-FF23-402B-AD4E-0CCBD6C8323F}" destId="{3391AE04-7CE2-4F6F-9AC4-568F3FA17CE7}" srcOrd="0" destOrd="0" presId="urn:microsoft.com/office/officeart/2018/2/layout/IconVerticalSolidList"/>
    <dgm:cxn modelId="{45C1943B-8E38-4C37-92CB-E668388BB0DD}" srcId="{353F86A2-63B0-4CD4-A20F-614381602ECA}" destId="{D27AFBBA-A2E9-40A8-A6BF-561C274860B9}" srcOrd="0" destOrd="0" parTransId="{1470D6C3-C416-4215-A524-3C634834412B}" sibTransId="{480F6862-F74F-4737-86EA-C5F5B2794497}"/>
    <dgm:cxn modelId="{E9C86A5B-3E41-4AE2-B4B0-10168FA39779}" srcId="{A74FD3F3-FF23-402B-AD4E-0CCBD6C8323F}" destId="{91C28949-CA08-405B-A78C-33F9C14D47D7}" srcOrd="0" destOrd="0" parTransId="{AD7FA94C-8A47-4BC9-8D46-DFE368D52771}" sibTransId="{7408E980-AD31-4C48-8D72-862EED7988FF}"/>
    <dgm:cxn modelId="{92574453-2530-4755-9654-A0A69FB89ECB}" type="presOf" srcId="{4C81D9E5-08F6-4CAC-864D-5B65C0C4CA89}" destId="{780468FA-ACBC-4687-AD82-9DAF5C18E591}" srcOrd="0" destOrd="0" presId="urn:microsoft.com/office/officeart/2018/2/layout/IconVerticalSolidList"/>
    <dgm:cxn modelId="{701D8C85-D200-4DBA-94C2-72C6F5344EB7}" type="presOf" srcId="{F972DE00-2138-4818-BA77-7B319764EBDC}" destId="{D1A7B2B6-6A7C-4AE3-B4A6-F6C0A8507F74}" srcOrd="0" destOrd="0" presId="urn:microsoft.com/office/officeart/2018/2/layout/IconVerticalSolidList"/>
    <dgm:cxn modelId="{1E75BB98-C31A-4A8C-8736-546DF64F18C2}" srcId="{A74FD3F3-FF23-402B-AD4E-0CCBD6C8323F}" destId="{6407C23E-CFE0-4A39-89D4-4A4BE6D96693}" srcOrd="2" destOrd="0" parTransId="{4971353D-3389-425E-8954-C67D43A28719}" sibTransId="{8BC05BFB-79A2-44D5-BCE1-D1E0E114C607}"/>
    <dgm:cxn modelId="{6869839F-7B21-4C1F-B599-8144B860DC6E}" type="presOf" srcId="{2D422AF3-0BE8-469C-9729-0C7FB92DFE6E}" destId="{C3819E4D-94F3-484C-A23F-591F52AA2BD0}" srcOrd="0" destOrd="0" presId="urn:microsoft.com/office/officeart/2018/2/layout/IconVerticalSolidList"/>
    <dgm:cxn modelId="{625B73A6-8C23-4988-8ECD-7AF776062DF7}" srcId="{2D422AF3-0BE8-469C-9729-0C7FB92DFE6E}" destId="{4C81D9E5-08F6-4CAC-864D-5B65C0C4CA89}" srcOrd="2" destOrd="0" parTransId="{C78A327E-8FFF-4199-9E55-9A3B49D1D82A}" sibTransId="{6E764CB5-BA68-4F60-AA80-345F03BCDF8B}"/>
    <dgm:cxn modelId="{54DAB4A8-CB1C-49AB-BE87-D1A2619911E7}" type="presOf" srcId="{D27AFBBA-A2E9-40A8-A6BF-561C274860B9}" destId="{110059F0-EDCE-4DE3-81C6-962C9506FD1C}" srcOrd="0" destOrd="0" presId="urn:microsoft.com/office/officeart/2018/2/layout/IconVerticalSolidList"/>
    <dgm:cxn modelId="{267F74AA-112C-4A6E-A72B-9B9B096DA579}" type="presOf" srcId="{6407C23E-CFE0-4A39-89D4-4A4BE6D96693}" destId="{3544DB2F-033B-4F2A-B342-AFD110FC3C9C}" srcOrd="0" destOrd="2" presId="urn:microsoft.com/office/officeart/2018/2/layout/IconVerticalSolidList"/>
    <dgm:cxn modelId="{027126AE-FD0B-41DB-A6E6-F6939FBCACE2}" srcId="{A74FD3F3-FF23-402B-AD4E-0CCBD6C8323F}" destId="{D265F739-EDC7-4AC7-8E55-F91273373058}" srcOrd="1" destOrd="0" parTransId="{CD650CB1-0A9D-4832-830F-22120434602B}" sibTransId="{3398F2BA-D29A-4249-8CE1-1E7C5CE7216F}"/>
    <dgm:cxn modelId="{A4741FC4-CE4A-41C9-922C-84888F3E6FC4}" type="presOf" srcId="{353F86A2-63B0-4CD4-A20F-614381602ECA}" destId="{82FD2BAF-341A-47F3-A8AD-1645BD12DA9D}" srcOrd="0" destOrd="0" presId="urn:microsoft.com/office/officeart/2018/2/layout/IconVerticalSolidList"/>
    <dgm:cxn modelId="{B60362FB-8471-4E8D-94DA-49D1F7B6D128}" type="presOf" srcId="{91C28949-CA08-405B-A78C-33F9C14D47D7}" destId="{3544DB2F-033B-4F2A-B342-AFD110FC3C9C}" srcOrd="0" destOrd="0" presId="urn:microsoft.com/office/officeart/2018/2/layout/IconVerticalSolidList"/>
    <dgm:cxn modelId="{CD3EEBFB-42C5-474D-8BC3-5B696DC14C3F}" srcId="{2D422AF3-0BE8-469C-9729-0C7FB92DFE6E}" destId="{A74FD3F3-FF23-402B-AD4E-0CCBD6C8323F}" srcOrd="0" destOrd="0" parTransId="{87864D1E-3EA3-4BAC-AABC-DB3B26BAE636}" sibTransId="{9BAC4217-3298-47A2-943D-1959647F2E89}"/>
    <dgm:cxn modelId="{2F8614A3-29AB-4D2D-A5C7-1B25AAA548F0}" type="presParOf" srcId="{C3819E4D-94F3-484C-A23F-591F52AA2BD0}" destId="{3393CB56-8565-441D-97D8-FF2D0B18160C}" srcOrd="0" destOrd="0" presId="urn:microsoft.com/office/officeart/2018/2/layout/IconVerticalSolidList"/>
    <dgm:cxn modelId="{66483006-8D4E-480B-91F0-44BBDD3A31E7}" type="presParOf" srcId="{3393CB56-8565-441D-97D8-FF2D0B18160C}" destId="{15FA7735-AB45-4510-BB40-C3AA864E1C71}" srcOrd="0" destOrd="0" presId="urn:microsoft.com/office/officeart/2018/2/layout/IconVerticalSolidList"/>
    <dgm:cxn modelId="{CFBA8347-D75F-4CA1-AFAD-3562960C66F3}" type="presParOf" srcId="{3393CB56-8565-441D-97D8-FF2D0B18160C}" destId="{599A5253-FCAC-454C-84D3-EDF737D76E12}" srcOrd="1" destOrd="0" presId="urn:microsoft.com/office/officeart/2018/2/layout/IconVerticalSolidList"/>
    <dgm:cxn modelId="{D6C0CB67-2ADD-465C-BD12-2788F49CA2CA}" type="presParOf" srcId="{3393CB56-8565-441D-97D8-FF2D0B18160C}" destId="{545332DB-3752-4EB6-A0AD-93BBAAF348FB}" srcOrd="2" destOrd="0" presId="urn:microsoft.com/office/officeart/2018/2/layout/IconVerticalSolidList"/>
    <dgm:cxn modelId="{ADBA5E7E-F921-4436-9546-AF77B014F126}" type="presParOf" srcId="{3393CB56-8565-441D-97D8-FF2D0B18160C}" destId="{3391AE04-7CE2-4F6F-9AC4-568F3FA17CE7}" srcOrd="3" destOrd="0" presId="urn:microsoft.com/office/officeart/2018/2/layout/IconVerticalSolidList"/>
    <dgm:cxn modelId="{E9D0BC3C-9335-44EB-A177-10D781AD1558}" type="presParOf" srcId="{3393CB56-8565-441D-97D8-FF2D0B18160C}" destId="{3544DB2F-033B-4F2A-B342-AFD110FC3C9C}" srcOrd="4" destOrd="0" presId="urn:microsoft.com/office/officeart/2018/2/layout/IconVerticalSolidList"/>
    <dgm:cxn modelId="{67AB80E0-25F0-4C1A-82E6-5E92A87B8A2C}" type="presParOf" srcId="{C3819E4D-94F3-484C-A23F-591F52AA2BD0}" destId="{37B1A38B-6C7F-46F4-BF4D-40FE94870AEE}" srcOrd="1" destOrd="0" presId="urn:microsoft.com/office/officeart/2018/2/layout/IconVerticalSolidList"/>
    <dgm:cxn modelId="{ECE475DC-7F9F-46D2-AC84-731DCB88D8DA}" type="presParOf" srcId="{C3819E4D-94F3-484C-A23F-591F52AA2BD0}" destId="{CF3B25F7-1B4B-4AF6-9942-AAC9F17B58F9}" srcOrd="2" destOrd="0" presId="urn:microsoft.com/office/officeart/2018/2/layout/IconVerticalSolidList"/>
    <dgm:cxn modelId="{BA4D073F-8734-46AC-B55D-1EFF596880E4}" type="presParOf" srcId="{CF3B25F7-1B4B-4AF6-9942-AAC9F17B58F9}" destId="{E451FA25-62B6-4FD5-B597-483E79B3895C}" srcOrd="0" destOrd="0" presId="urn:microsoft.com/office/officeart/2018/2/layout/IconVerticalSolidList"/>
    <dgm:cxn modelId="{7B03C52E-5B7B-432B-8C11-BA5F82AEB267}" type="presParOf" srcId="{CF3B25F7-1B4B-4AF6-9942-AAC9F17B58F9}" destId="{C0D1DF08-197D-4B2E-B106-D650CD2E6FF0}" srcOrd="1" destOrd="0" presId="urn:microsoft.com/office/officeart/2018/2/layout/IconVerticalSolidList"/>
    <dgm:cxn modelId="{737BF535-6A55-4179-A8E1-2E513279EDE4}" type="presParOf" srcId="{CF3B25F7-1B4B-4AF6-9942-AAC9F17B58F9}" destId="{155CD5A5-102E-42FF-AEB6-87626F0EE6C8}" srcOrd="2" destOrd="0" presId="urn:microsoft.com/office/officeart/2018/2/layout/IconVerticalSolidList"/>
    <dgm:cxn modelId="{C6EBA27F-263E-4B11-8126-E7DCD109D078}" type="presParOf" srcId="{CF3B25F7-1B4B-4AF6-9942-AAC9F17B58F9}" destId="{82FD2BAF-341A-47F3-A8AD-1645BD12DA9D}" srcOrd="3" destOrd="0" presId="urn:microsoft.com/office/officeart/2018/2/layout/IconVerticalSolidList"/>
    <dgm:cxn modelId="{568FF405-4224-43D2-9ADD-9987FB8958D7}" type="presParOf" srcId="{CF3B25F7-1B4B-4AF6-9942-AAC9F17B58F9}" destId="{110059F0-EDCE-4DE3-81C6-962C9506FD1C}" srcOrd="4" destOrd="0" presId="urn:microsoft.com/office/officeart/2018/2/layout/IconVerticalSolidList"/>
    <dgm:cxn modelId="{4F02EB9E-276D-404A-801D-04F8119E9ABD}" type="presParOf" srcId="{C3819E4D-94F3-484C-A23F-591F52AA2BD0}" destId="{48E2B58B-E0C9-4560-A449-FF8DCF69E9DB}" srcOrd="3" destOrd="0" presId="urn:microsoft.com/office/officeart/2018/2/layout/IconVerticalSolidList"/>
    <dgm:cxn modelId="{30712719-1841-4013-856F-CEB1F4891A01}" type="presParOf" srcId="{C3819E4D-94F3-484C-A23F-591F52AA2BD0}" destId="{2EAD53AF-773D-4EBF-9913-F5A5B8201754}" srcOrd="4" destOrd="0" presId="urn:microsoft.com/office/officeart/2018/2/layout/IconVerticalSolidList"/>
    <dgm:cxn modelId="{B287306E-F1F0-489E-B3F1-C4BDAA9AF4A6}" type="presParOf" srcId="{2EAD53AF-773D-4EBF-9913-F5A5B8201754}" destId="{65333EA4-A48A-465E-9D5D-3B0BA96658AD}" srcOrd="0" destOrd="0" presId="urn:microsoft.com/office/officeart/2018/2/layout/IconVerticalSolidList"/>
    <dgm:cxn modelId="{43F352FD-664E-4461-B672-0453633A5DF4}" type="presParOf" srcId="{2EAD53AF-773D-4EBF-9913-F5A5B8201754}" destId="{000C9EF6-5654-4C3B-8B63-3DA966BCC6C9}" srcOrd="1" destOrd="0" presId="urn:microsoft.com/office/officeart/2018/2/layout/IconVerticalSolidList"/>
    <dgm:cxn modelId="{FCD9FD17-480E-40F5-9673-DC1D9BDB99F0}" type="presParOf" srcId="{2EAD53AF-773D-4EBF-9913-F5A5B8201754}" destId="{27768329-D17A-425C-AA2A-E4374D90FC64}" srcOrd="2" destOrd="0" presId="urn:microsoft.com/office/officeart/2018/2/layout/IconVerticalSolidList"/>
    <dgm:cxn modelId="{F1D67B1F-AAA4-40C7-A41D-F459155E2F97}" type="presParOf" srcId="{2EAD53AF-773D-4EBF-9913-F5A5B8201754}" destId="{780468FA-ACBC-4687-AD82-9DAF5C18E591}" srcOrd="3" destOrd="0" presId="urn:microsoft.com/office/officeart/2018/2/layout/IconVerticalSolidList"/>
    <dgm:cxn modelId="{8ADCC5A1-3A13-4986-8FA0-A11ED38CD01B}" type="presParOf" srcId="{2EAD53AF-773D-4EBF-9913-F5A5B8201754}" destId="{D1A7B2B6-6A7C-4AE3-B4A6-F6C0A8507F7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70A013-D3A3-426A-9255-1268572C54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291672-D181-41B6-BD45-8ECEAC474FA5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000" b="1">
              <a:solidFill>
                <a:srgbClr val="FFC000"/>
              </a:solidFill>
              <a:latin typeface="Amazon Ember" panose="020B0603020204020204"/>
            </a:rPr>
            <a:t>Portability</a:t>
          </a:r>
          <a:endParaRPr lang="en-US" sz="2000" dirty="0">
            <a:solidFill>
              <a:srgbClr val="FFC000"/>
            </a:solidFill>
            <a:latin typeface="Amazon Ember" panose="020B0603020204020204"/>
          </a:endParaRPr>
        </a:p>
      </dgm:t>
    </dgm:pt>
    <dgm:pt modelId="{05ACC852-0DE2-4E1D-AC52-E9A381FF68C5}" type="parTrans" cxnId="{A822D139-B3C7-48AA-93EB-9271692A5DEC}">
      <dgm:prSet/>
      <dgm:spPr/>
      <dgm:t>
        <a:bodyPr/>
        <a:lstStyle/>
        <a:p>
          <a:endParaRPr lang="en-US" sz="1600"/>
        </a:p>
      </dgm:t>
    </dgm:pt>
    <dgm:pt modelId="{5716C6A8-8D93-42D2-B249-C0CEF647DFC3}" type="sibTrans" cxnId="{A822D139-B3C7-48AA-93EB-9271692A5DEC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67A86DE6-4D98-4AFB-B35D-3E420DBCE8B9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000" b="1">
              <a:solidFill>
                <a:srgbClr val="FFC000"/>
              </a:solidFill>
              <a:latin typeface="Amazon Ember" panose="020B0603020204020204"/>
            </a:rPr>
            <a:t>Consistency</a:t>
          </a:r>
          <a:endParaRPr lang="en-US" sz="2000">
            <a:solidFill>
              <a:srgbClr val="FFC000"/>
            </a:solidFill>
            <a:latin typeface="Amazon Ember" panose="020B0603020204020204"/>
          </a:endParaRPr>
        </a:p>
      </dgm:t>
    </dgm:pt>
    <dgm:pt modelId="{310B78EE-6939-40CE-9B66-613ABB981BC2}" type="parTrans" cxnId="{026A5CA8-5CFD-40BF-A2A8-540F428F8257}">
      <dgm:prSet/>
      <dgm:spPr/>
      <dgm:t>
        <a:bodyPr/>
        <a:lstStyle/>
        <a:p>
          <a:endParaRPr lang="en-US" sz="1600"/>
        </a:p>
      </dgm:t>
    </dgm:pt>
    <dgm:pt modelId="{44A8CE91-C261-4A55-BADA-9244AC3DB250}" type="sibTrans" cxnId="{026A5CA8-5CFD-40BF-A2A8-540F428F8257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64F411FA-C11E-47B8-BFD6-64C0A9D7F6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rgbClr val="FFC000"/>
              </a:solidFill>
              <a:latin typeface="Amazon Ember" panose="020B0603020204020204"/>
            </a:rPr>
            <a:t>Resource efficiency</a:t>
          </a:r>
          <a:endParaRPr lang="en-US" sz="2000">
            <a:solidFill>
              <a:srgbClr val="FFC000"/>
            </a:solidFill>
            <a:latin typeface="Amazon Ember" panose="020B0603020204020204"/>
          </a:endParaRPr>
        </a:p>
      </dgm:t>
    </dgm:pt>
    <dgm:pt modelId="{7FF34D75-402A-4AF6-BEE7-01A66AE956E0}" type="parTrans" cxnId="{4D674DFE-968F-48BD-8CF4-CA6B13C1224B}">
      <dgm:prSet/>
      <dgm:spPr/>
      <dgm:t>
        <a:bodyPr/>
        <a:lstStyle/>
        <a:p>
          <a:endParaRPr lang="en-US" sz="1600"/>
        </a:p>
      </dgm:t>
    </dgm:pt>
    <dgm:pt modelId="{013A48B2-423A-4CC1-9846-90ADCCB16A27}" type="sibTrans" cxnId="{4D674DFE-968F-48BD-8CF4-CA6B13C1224B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DFF833F8-CC5B-483F-92FF-53B499508388}" type="pres">
      <dgm:prSet presAssocID="{D670A013-D3A3-426A-9255-1268572C54E7}" presName="root" presStyleCnt="0">
        <dgm:presLayoutVars>
          <dgm:dir/>
          <dgm:resizeHandles val="exact"/>
        </dgm:presLayoutVars>
      </dgm:prSet>
      <dgm:spPr/>
    </dgm:pt>
    <dgm:pt modelId="{5D235311-2933-4F5F-834C-5BA18024D256}" type="pres">
      <dgm:prSet presAssocID="{D670A013-D3A3-426A-9255-1268572C54E7}" presName="container" presStyleCnt="0">
        <dgm:presLayoutVars>
          <dgm:dir/>
          <dgm:resizeHandles val="exact"/>
        </dgm:presLayoutVars>
      </dgm:prSet>
      <dgm:spPr/>
    </dgm:pt>
    <dgm:pt modelId="{53B90911-F135-438D-8831-85512CA878E8}" type="pres">
      <dgm:prSet presAssocID="{1E291672-D181-41B6-BD45-8ECEAC474FA5}" presName="compNode" presStyleCnt="0"/>
      <dgm:spPr/>
    </dgm:pt>
    <dgm:pt modelId="{D6F626B9-68BD-4320-9AAE-993026D98DC6}" type="pres">
      <dgm:prSet presAssocID="{1E291672-D181-41B6-BD45-8ECEAC474FA5}" presName="iconBgRect" presStyleLbl="bgShp" presStyleIdx="0" presStyleCnt="3" custLinFactNeighborX="58044" custLinFactNeighborY="-79746"/>
      <dgm:spPr/>
    </dgm:pt>
    <dgm:pt modelId="{D4976976-0F7F-4AF6-B65F-79E242F59DEE}" type="pres">
      <dgm:prSet presAssocID="{1E291672-D181-41B6-BD45-8ECEAC474FA5}" presName="iconRect" presStyleLbl="node1" presStyleIdx="0" presStyleCnt="3" custLinFactX="76" custLinFactY="-37495" custLinFactNeighborX="100000" custLinFactNeighborY="-1000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E66D7B2-A05D-4EA8-BADD-08B5D6373BCC}" type="pres">
      <dgm:prSet presAssocID="{1E291672-D181-41B6-BD45-8ECEAC474FA5}" presName="spaceRect" presStyleCnt="0"/>
      <dgm:spPr/>
    </dgm:pt>
    <dgm:pt modelId="{7550D26E-C1FF-429D-B36D-A65A20AB67B4}" type="pres">
      <dgm:prSet presAssocID="{1E291672-D181-41B6-BD45-8ECEAC474FA5}" presName="textRect" presStyleLbl="revTx" presStyleIdx="0" presStyleCnt="3" custLinFactNeighborX="-56260" custLinFactNeighborY="1565">
        <dgm:presLayoutVars>
          <dgm:chMax val="1"/>
          <dgm:chPref val="1"/>
        </dgm:presLayoutVars>
      </dgm:prSet>
      <dgm:spPr/>
    </dgm:pt>
    <dgm:pt modelId="{5DCD92BE-483E-47D5-86E5-D8D513E572B5}" type="pres">
      <dgm:prSet presAssocID="{5716C6A8-8D93-42D2-B249-C0CEF647DFC3}" presName="sibTrans" presStyleLbl="sibTrans2D1" presStyleIdx="0" presStyleCnt="0"/>
      <dgm:spPr/>
    </dgm:pt>
    <dgm:pt modelId="{69D8F145-B21A-44F4-A617-C12B11BF37B8}" type="pres">
      <dgm:prSet presAssocID="{67A86DE6-4D98-4AFB-B35D-3E420DBCE8B9}" presName="compNode" presStyleCnt="0"/>
      <dgm:spPr/>
    </dgm:pt>
    <dgm:pt modelId="{9FE11ED2-0808-4DCF-A6CD-4C0040D67852}" type="pres">
      <dgm:prSet presAssocID="{67A86DE6-4D98-4AFB-B35D-3E420DBCE8B9}" presName="iconBgRect" presStyleLbl="bgShp" presStyleIdx="1" presStyleCnt="3" custLinFactNeighborX="-11642" custLinFactNeighborY="-86499"/>
      <dgm:spPr/>
    </dgm:pt>
    <dgm:pt modelId="{07A504D0-0607-4B10-B760-87BC25B60537}" type="pres">
      <dgm:prSet presAssocID="{67A86DE6-4D98-4AFB-B35D-3E420DBCE8B9}" presName="iconRect" presStyleLbl="node1" presStyleIdx="1" presStyleCnt="3" custLinFactY="-44204" custLinFactNeighborX="-20072" custLinFactNeighborY="-1000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B75190-A788-4167-93CC-B202EE550A64}" type="pres">
      <dgm:prSet presAssocID="{67A86DE6-4D98-4AFB-B35D-3E420DBCE8B9}" presName="spaceRect" presStyleCnt="0"/>
      <dgm:spPr/>
    </dgm:pt>
    <dgm:pt modelId="{3ECFD148-0BDD-4D18-B868-AFAB9D324C9D}" type="pres">
      <dgm:prSet presAssocID="{67A86DE6-4D98-4AFB-B35D-3E420DBCE8B9}" presName="textRect" presStyleLbl="revTx" presStyleIdx="1" presStyleCnt="3" custLinFactNeighborX="-84146">
        <dgm:presLayoutVars>
          <dgm:chMax val="1"/>
          <dgm:chPref val="1"/>
        </dgm:presLayoutVars>
      </dgm:prSet>
      <dgm:spPr/>
    </dgm:pt>
    <dgm:pt modelId="{31C51B32-1B34-4F06-A05E-E2A4D369C3D5}" type="pres">
      <dgm:prSet presAssocID="{44A8CE91-C261-4A55-BADA-9244AC3DB250}" presName="sibTrans" presStyleLbl="sibTrans2D1" presStyleIdx="0" presStyleCnt="0"/>
      <dgm:spPr/>
    </dgm:pt>
    <dgm:pt modelId="{E5740B09-E3AD-47A8-A591-89A4A72D315D}" type="pres">
      <dgm:prSet presAssocID="{64F411FA-C11E-47B8-BFD6-64C0A9D7F6EE}" presName="compNode" presStyleCnt="0"/>
      <dgm:spPr/>
    </dgm:pt>
    <dgm:pt modelId="{C6182CDA-2C22-4C12-97DB-9244FA81ABE8}" type="pres">
      <dgm:prSet presAssocID="{64F411FA-C11E-47B8-BFD6-64C0A9D7F6EE}" presName="iconBgRect" presStyleLbl="bgShp" presStyleIdx="2" presStyleCnt="3" custLinFactX="-8854" custLinFactNeighborX="-100000" custLinFactNeighborY="-84974"/>
      <dgm:spPr/>
    </dgm:pt>
    <dgm:pt modelId="{393DA28A-8FDE-40F4-97FB-8A951F795BBE}" type="pres">
      <dgm:prSet presAssocID="{64F411FA-C11E-47B8-BFD6-64C0A9D7F6EE}" presName="iconRect" presStyleLbl="node1" presStyleIdx="2" presStyleCnt="3" custLinFactX="-87681" custLinFactY="-46508" custLinFactNeighborX="-100000" custLinFactNeighborY="-100000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8FAF91-6E9E-4F21-940C-6E387DA29E2B}" type="pres">
      <dgm:prSet presAssocID="{64F411FA-C11E-47B8-BFD6-64C0A9D7F6EE}" presName="spaceRect" presStyleCnt="0"/>
      <dgm:spPr/>
    </dgm:pt>
    <dgm:pt modelId="{9F546FF2-D5F0-43B5-B766-CE01C6552D68}" type="pres">
      <dgm:prSet presAssocID="{64F411FA-C11E-47B8-BFD6-64C0A9D7F6EE}" presName="textRect" presStyleLbl="revTx" presStyleIdx="2" presStyleCnt="3" custLinFactX="-10983" custLinFactNeighborX="-100000" custLinFactNeighborY="2427">
        <dgm:presLayoutVars>
          <dgm:chMax val="1"/>
          <dgm:chPref val="1"/>
        </dgm:presLayoutVars>
      </dgm:prSet>
      <dgm:spPr/>
    </dgm:pt>
  </dgm:ptLst>
  <dgm:cxnLst>
    <dgm:cxn modelId="{0C16841F-AE21-4051-A37C-B5AFBB9F0771}" type="presOf" srcId="{67A86DE6-4D98-4AFB-B35D-3E420DBCE8B9}" destId="{3ECFD148-0BDD-4D18-B868-AFAB9D324C9D}" srcOrd="0" destOrd="0" presId="urn:microsoft.com/office/officeart/2018/2/layout/IconCircleList"/>
    <dgm:cxn modelId="{4C21732E-3C96-448E-AE08-3F3DE1A442EC}" type="presOf" srcId="{1E291672-D181-41B6-BD45-8ECEAC474FA5}" destId="{7550D26E-C1FF-429D-B36D-A65A20AB67B4}" srcOrd="0" destOrd="0" presId="urn:microsoft.com/office/officeart/2018/2/layout/IconCircleList"/>
    <dgm:cxn modelId="{80EA9636-B403-4E5F-B97E-8609CF2C33CE}" type="presOf" srcId="{D670A013-D3A3-426A-9255-1268572C54E7}" destId="{DFF833F8-CC5B-483F-92FF-53B499508388}" srcOrd="0" destOrd="0" presId="urn:microsoft.com/office/officeart/2018/2/layout/IconCircleList"/>
    <dgm:cxn modelId="{A822D139-B3C7-48AA-93EB-9271692A5DEC}" srcId="{D670A013-D3A3-426A-9255-1268572C54E7}" destId="{1E291672-D181-41B6-BD45-8ECEAC474FA5}" srcOrd="0" destOrd="0" parTransId="{05ACC852-0DE2-4E1D-AC52-E9A381FF68C5}" sibTransId="{5716C6A8-8D93-42D2-B249-C0CEF647DFC3}"/>
    <dgm:cxn modelId="{2AA26040-87C7-4919-A0B2-528DAF6D9C81}" type="presOf" srcId="{44A8CE91-C261-4A55-BADA-9244AC3DB250}" destId="{31C51B32-1B34-4F06-A05E-E2A4D369C3D5}" srcOrd="0" destOrd="0" presId="urn:microsoft.com/office/officeart/2018/2/layout/IconCircleList"/>
    <dgm:cxn modelId="{408AAE4B-18EB-4612-82F9-92C72C53DB27}" type="presOf" srcId="{5716C6A8-8D93-42D2-B249-C0CEF647DFC3}" destId="{5DCD92BE-483E-47D5-86E5-D8D513E572B5}" srcOrd="0" destOrd="0" presId="urn:microsoft.com/office/officeart/2018/2/layout/IconCircleList"/>
    <dgm:cxn modelId="{026A5CA8-5CFD-40BF-A2A8-540F428F8257}" srcId="{D670A013-D3A3-426A-9255-1268572C54E7}" destId="{67A86DE6-4D98-4AFB-B35D-3E420DBCE8B9}" srcOrd="1" destOrd="0" parTransId="{310B78EE-6939-40CE-9B66-613ABB981BC2}" sibTransId="{44A8CE91-C261-4A55-BADA-9244AC3DB250}"/>
    <dgm:cxn modelId="{1A7217B4-83B6-44C8-A059-980FDF6E817A}" type="presOf" srcId="{64F411FA-C11E-47B8-BFD6-64C0A9D7F6EE}" destId="{9F546FF2-D5F0-43B5-B766-CE01C6552D68}" srcOrd="0" destOrd="0" presId="urn:microsoft.com/office/officeart/2018/2/layout/IconCircleList"/>
    <dgm:cxn modelId="{4D674DFE-968F-48BD-8CF4-CA6B13C1224B}" srcId="{D670A013-D3A3-426A-9255-1268572C54E7}" destId="{64F411FA-C11E-47B8-BFD6-64C0A9D7F6EE}" srcOrd="2" destOrd="0" parTransId="{7FF34D75-402A-4AF6-BEE7-01A66AE956E0}" sibTransId="{013A48B2-423A-4CC1-9846-90ADCCB16A27}"/>
    <dgm:cxn modelId="{C39FE77F-ECF8-4638-A64E-FF1B503B643A}" type="presParOf" srcId="{DFF833F8-CC5B-483F-92FF-53B499508388}" destId="{5D235311-2933-4F5F-834C-5BA18024D256}" srcOrd="0" destOrd="0" presId="urn:microsoft.com/office/officeart/2018/2/layout/IconCircleList"/>
    <dgm:cxn modelId="{78AFE947-B465-4DBD-9F2E-6BFF651561E8}" type="presParOf" srcId="{5D235311-2933-4F5F-834C-5BA18024D256}" destId="{53B90911-F135-438D-8831-85512CA878E8}" srcOrd="0" destOrd="0" presId="urn:microsoft.com/office/officeart/2018/2/layout/IconCircleList"/>
    <dgm:cxn modelId="{F3B3794D-AAFC-48B7-9F99-B95FE12876CC}" type="presParOf" srcId="{53B90911-F135-438D-8831-85512CA878E8}" destId="{D6F626B9-68BD-4320-9AAE-993026D98DC6}" srcOrd="0" destOrd="0" presId="urn:microsoft.com/office/officeart/2018/2/layout/IconCircleList"/>
    <dgm:cxn modelId="{B0E020E9-85DF-4531-92E1-0D947D55969C}" type="presParOf" srcId="{53B90911-F135-438D-8831-85512CA878E8}" destId="{D4976976-0F7F-4AF6-B65F-79E242F59DEE}" srcOrd="1" destOrd="0" presId="urn:microsoft.com/office/officeart/2018/2/layout/IconCircleList"/>
    <dgm:cxn modelId="{FC418E77-3F2B-46D8-97AD-98B7110C655C}" type="presParOf" srcId="{53B90911-F135-438D-8831-85512CA878E8}" destId="{9E66D7B2-A05D-4EA8-BADD-08B5D6373BCC}" srcOrd="2" destOrd="0" presId="urn:microsoft.com/office/officeart/2018/2/layout/IconCircleList"/>
    <dgm:cxn modelId="{7193CBBD-13D2-4AA9-AB8A-05629F5C2057}" type="presParOf" srcId="{53B90911-F135-438D-8831-85512CA878E8}" destId="{7550D26E-C1FF-429D-B36D-A65A20AB67B4}" srcOrd="3" destOrd="0" presId="urn:microsoft.com/office/officeart/2018/2/layout/IconCircleList"/>
    <dgm:cxn modelId="{88FFB6A9-2743-45CC-9CE8-D98D77046F64}" type="presParOf" srcId="{5D235311-2933-4F5F-834C-5BA18024D256}" destId="{5DCD92BE-483E-47D5-86E5-D8D513E572B5}" srcOrd="1" destOrd="0" presId="urn:microsoft.com/office/officeart/2018/2/layout/IconCircleList"/>
    <dgm:cxn modelId="{1D03EADE-6D3C-44A5-B91E-664C0EE61A1D}" type="presParOf" srcId="{5D235311-2933-4F5F-834C-5BA18024D256}" destId="{69D8F145-B21A-44F4-A617-C12B11BF37B8}" srcOrd="2" destOrd="0" presId="urn:microsoft.com/office/officeart/2018/2/layout/IconCircleList"/>
    <dgm:cxn modelId="{2B5FC0AF-EB56-49D6-926F-393F5407853B}" type="presParOf" srcId="{69D8F145-B21A-44F4-A617-C12B11BF37B8}" destId="{9FE11ED2-0808-4DCF-A6CD-4C0040D67852}" srcOrd="0" destOrd="0" presId="urn:microsoft.com/office/officeart/2018/2/layout/IconCircleList"/>
    <dgm:cxn modelId="{9FE2142A-4CCF-420A-9A44-F34AB4E22908}" type="presParOf" srcId="{69D8F145-B21A-44F4-A617-C12B11BF37B8}" destId="{07A504D0-0607-4B10-B760-87BC25B60537}" srcOrd="1" destOrd="0" presId="urn:microsoft.com/office/officeart/2018/2/layout/IconCircleList"/>
    <dgm:cxn modelId="{DB12CFD2-8BF3-45A7-ABC3-19E8860EF8B0}" type="presParOf" srcId="{69D8F145-B21A-44F4-A617-C12B11BF37B8}" destId="{D7B75190-A788-4167-93CC-B202EE550A64}" srcOrd="2" destOrd="0" presId="urn:microsoft.com/office/officeart/2018/2/layout/IconCircleList"/>
    <dgm:cxn modelId="{133BE555-C657-4B8C-A337-858F723539F1}" type="presParOf" srcId="{69D8F145-B21A-44F4-A617-C12B11BF37B8}" destId="{3ECFD148-0BDD-4D18-B868-AFAB9D324C9D}" srcOrd="3" destOrd="0" presId="urn:microsoft.com/office/officeart/2018/2/layout/IconCircleList"/>
    <dgm:cxn modelId="{A7305043-B62A-47CE-993A-C2C4D890036D}" type="presParOf" srcId="{5D235311-2933-4F5F-834C-5BA18024D256}" destId="{31C51B32-1B34-4F06-A05E-E2A4D369C3D5}" srcOrd="3" destOrd="0" presId="urn:microsoft.com/office/officeart/2018/2/layout/IconCircleList"/>
    <dgm:cxn modelId="{E841AD2D-031B-4D1F-8217-089D985A0592}" type="presParOf" srcId="{5D235311-2933-4F5F-834C-5BA18024D256}" destId="{E5740B09-E3AD-47A8-A591-89A4A72D315D}" srcOrd="4" destOrd="0" presId="urn:microsoft.com/office/officeart/2018/2/layout/IconCircleList"/>
    <dgm:cxn modelId="{5F44F908-D42C-4BCE-BE57-884632D69473}" type="presParOf" srcId="{E5740B09-E3AD-47A8-A591-89A4A72D315D}" destId="{C6182CDA-2C22-4C12-97DB-9244FA81ABE8}" srcOrd="0" destOrd="0" presId="urn:microsoft.com/office/officeart/2018/2/layout/IconCircleList"/>
    <dgm:cxn modelId="{5CC0EFE8-B161-403B-AEB2-06D4441B7852}" type="presParOf" srcId="{E5740B09-E3AD-47A8-A591-89A4A72D315D}" destId="{393DA28A-8FDE-40F4-97FB-8A951F795BBE}" srcOrd="1" destOrd="0" presId="urn:microsoft.com/office/officeart/2018/2/layout/IconCircleList"/>
    <dgm:cxn modelId="{9D8E2DAD-F488-4A50-8A22-1F5AF27033E5}" type="presParOf" srcId="{E5740B09-E3AD-47A8-A591-89A4A72D315D}" destId="{F88FAF91-6E9E-4F21-940C-6E387DA29E2B}" srcOrd="2" destOrd="0" presId="urn:microsoft.com/office/officeart/2018/2/layout/IconCircleList"/>
    <dgm:cxn modelId="{683F370A-9DB6-4994-87F8-1EE05F035F38}" type="presParOf" srcId="{E5740B09-E3AD-47A8-A591-89A4A72D315D}" destId="{9F546FF2-D5F0-43B5-B766-CE01C6552D6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80A8B3-FDA5-4018-9968-F2AA68C75ED0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C632582-81A2-441B-892E-EA0B0CE01C38}">
      <dgm:prSet/>
      <dgm:spPr/>
      <dgm:t>
        <a:bodyPr/>
        <a:lstStyle/>
        <a:p>
          <a:r>
            <a:rPr lang="en-US"/>
            <a:t>Faster development and deployment</a:t>
          </a:r>
        </a:p>
      </dgm:t>
    </dgm:pt>
    <dgm:pt modelId="{F9ECAF8E-DF60-4BEA-B81E-968D16DA7ADA}" type="parTrans" cxnId="{E1776C5F-C04A-4E39-8E23-1634C1B958B3}">
      <dgm:prSet/>
      <dgm:spPr/>
      <dgm:t>
        <a:bodyPr/>
        <a:lstStyle/>
        <a:p>
          <a:endParaRPr lang="en-US"/>
        </a:p>
      </dgm:t>
    </dgm:pt>
    <dgm:pt modelId="{5A07DCF9-7C70-4CA4-B0A5-C9C6EFBE3D63}" type="sibTrans" cxnId="{E1776C5F-C04A-4E39-8E23-1634C1B958B3}">
      <dgm:prSet/>
      <dgm:spPr/>
      <dgm:t>
        <a:bodyPr/>
        <a:lstStyle/>
        <a:p>
          <a:endParaRPr lang="en-US"/>
        </a:p>
      </dgm:t>
    </dgm:pt>
    <dgm:pt modelId="{CBF1997F-1696-4219-B72A-3F97B44FADE4}">
      <dgm:prSet/>
      <dgm:spPr/>
      <dgm:t>
        <a:bodyPr/>
        <a:lstStyle/>
        <a:p>
          <a:r>
            <a:rPr lang="en-US"/>
            <a:t>More reliable and easier to scale</a:t>
          </a:r>
        </a:p>
      </dgm:t>
    </dgm:pt>
    <dgm:pt modelId="{A5EB6E5B-FFBA-444E-B017-853B4C405CF9}" type="parTrans" cxnId="{49B39AF1-0C45-4148-A980-921561AC9528}">
      <dgm:prSet/>
      <dgm:spPr/>
      <dgm:t>
        <a:bodyPr/>
        <a:lstStyle/>
        <a:p>
          <a:endParaRPr lang="en-US"/>
        </a:p>
      </dgm:t>
    </dgm:pt>
    <dgm:pt modelId="{FEE6523E-724A-4647-B0C5-CB2C97302B53}" type="sibTrans" cxnId="{49B39AF1-0C45-4148-A980-921561AC9528}">
      <dgm:prSet/>
      <dgm:spPr/>
      <dgm:t>
        <a:bodyPr/>
        <a:lstStyle/>
        <a:p>
          <a:endParaRPr lang="en-US"/>
        </a:p>
      </dgm:t>
    </dgm:pt>
    <dgm:pt modelId="{D204CCA9-2A41-4BA2-89E2-02680D5F1E7D}">
      <dgm:prSet/>
      <dgm:spPr/>
      <dgm:t>
        <a:bodyPr/>
        <a:lstStyle/>
        <a:p>
          <a:r>
            <a:rPr lang="en-US"/>
            <a:t>Deploy anywhere more easily</a:t>
          </a:r>
        </a:p>
      </dgm:t>
    </dgm:pt>
    <dgm:pt modelId="{976320F4-7E32-4657-AC61-C507283B919F}" type="parTrans" cxnId="{EF331D87-5AC3-4F6A-BF92-AF9CEDA2507F}">
      <dgm:prSet/>
      <dgm:spPr/>
      <dgm:t>
        <a:bodyPr/>
        <a:lstStyle/>
        <a:p>
          <a:endParaRPr lang="en-US"/>
        </a:p>
      </dgm:t>
    </dgm:pt>
    <dgm:pt modelId="{874B7A7A-56FC-438A-91CA-23A198B98660}" type="sibTrans" cxnId="{EF331D87-5AC3-4F6A-BF92-AF9CEDA2507F}">
      <dgm:prSet/>
      <dgm:spPr/>
      <dgm:t>
        <a:bodyPr/>
        <a:lstStyle/>
        <a:p>
          <a:endParaRPr lang="en-US"/>
        </a:p>
      </dgm:t>
    </dgm:pt>
    <dgm:pt modelId="{F6B1518F-FC8C-4333-9817-1EBDA40A9328}">
      <dgm:prSet/>
      <dgm:spPr/>
      <dgm:t>
        <a:bodyPr/>
        <a:lstStyle/>
        <a:p>
          <a:r>
            <a:rPr lang="en-US"/>
            <a:t>Lower infrastructure costs</a:t>
          </a:r>
        </a:p>
      </dgm:t>
    </dgm:pt>
    <dgm:pt modelId="{A635A7E5-6C0D-4245-832C-D45EA0538653}" type="parTrans" cxnId="{D07A1E5C-D473-4813-8463-A42B590151B1}">
      <dgm:prSet/>
      <dgm:spPr/>
      <dgm:t>
        <a:bodyPr/>
        <a:lstStyle/>
        <a:p>
          <a:endParaRPr lang="en-US"/>
        </a:p>
      </dgm:t>
    </dgm:pt>
    <dgm:pt modelId="{3A99CEB9-F039-4FF1-A797-D4D9A1CDAE99}" type="sibTrans" cxnId="{D07A1E5C-D473-4813-8463-A42B590151B1}">
      <dgm:prSet/>
      <dgm:spPr/>
      <dgm:t>
        <a:bodyPr/>
        <a:lstStyle/>
        <a:p>
          <a:endParaRPr lang="en-US"/>
        </a:p>
      </dgm:t>
    </dgm:pt>
    <dgm:pt modelId="{2E840438-0BC6-40BD-8D2C-341743AA9781}" type="pres">
      <dgm:prSet presAssocID="{0680A8B3-FDA5-4018-9968-F2AA68C75ED0}" presName="matrix" presStyleCnt="0">
        <dgm:presLayoutVars>
          <dgm:chMax val="1"/>
          <dgm:dir/>
          <dgm:resizeHandles val="exact"/>
        </dgm:presLayoutVars>
      </dgm:prSet>
      <dgm:spPr/>
    </dgm:pt>
    <dgm:pt modelId="{57720672-DCCA-477D-947B-FD9564D7BE9C}" type="pres">
      <dgm:prSet presAssocID="{0680A8B3-FDA5-4018-9968-F2AA68C75ED0}" presName="diamond" presStyleLbl="bgShp" presStyleIdx="0" presStyleCnt="1"/>
      <dgm:spPr/>
    </dgm:pt>
    <dgm:pt modelId="{116CC286-B3D5-4AA4-9406-D1E87B14F164}" type="pres">
      <dgm:prSet presAssocID="{0680A8B3-FDA5-4018-9968-F2AA68C75ED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AB88B5-B096-472E-A1A0-6C3C2367540C}" type="pres">
      <dgm:prSet presAssocID="{0680A8B3-FDA5-4018-9968-F2AA68C75ED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A99BCD-D803-4CB5-A5A6-D11EA0B422CD}" type="pres">
      <dgm:prSet presAssocID="{0680A8B3-FDA5-4018-9968-F2AA68C75ED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DE9E7E-14F3-4FDE-BA4F-BC9EBFADC581}" type="pres">
      <dgm:prSet presAssocID="{0680A8B3-FDA5-4018-9968-F2AA68C75ED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07A1E5C-D473-4813-8463-A42B590151B1}" srcId="{0680A8B3-FDA5-4018-9968-F2AA68C75ED0}" destId="{F6B1518F-FC8C-4333-9817-1EBDA40A9328}" srcOrd="3" destOrd="0" parTransId="{A635A7E5-6C0D-4245-832C-D45EA0538653}" sibTransId="{3A99CEB9-F039-4FF1-A797-D4D9A1CDAE99}"/>
    <dgm:cxn modelId="{E1776C5F-C04A-4E39-8E23-1634C1B958B3}" srcId="{0680A8B3-FDA5-4018-9968-F2AA68C75ED0}" destId="{9C632582-81A2-441B-892E-EA0B0CE01C38}" srcOrd="0" destOrd="0" parTransId="{F9ECAF8E-DF60-4BEA-B81E-968D16DA7ADA}" sibTransId="{5A07DCF9-7C70-4CA4-B0A5-C9C6EFBE3D63}"/>
    <dgm:cxn modelId="{EF331D87-5AC3-4F6A-BF92-AF9CEDA2507F}" srcId="{0680A8B3-FDA5-4018-9968-F2AA68C75ED0}" destId="{D204CCA9-2A41-4BA2-89E2-02680D5F1E7D}" srcOrd="2" destOrd="0" parTransId="{976320F4-7E32-4657-AC61-C507283B919F}" sibTransId="{874B7A7A-56FC-438A-91CA-23A198B98660}"/>
    <dgm:cxn modelId="{13E3F691-DC72-4CA1-90EC-F2E97CA780BA}" type="presOf" srcId="{F6B1518F-FC8C-4333-9817-1EBDA40A9328}" destId="{8ADE9E7E-14F3-4FDE-BA4F-BC9EBFADC581}" srcOrd="0" destOrd="0" presId="urn:microsoft.com/office/officeart/2005/8/layout/matrix3"/>
    <dgm:cxn modelId="{F2E6D7B6-FC1B-4FDE-8D2A-D30CB10E2FC3}" type="presOf" srcId="{CBF1997F-1696-4219-B72A-3F97B44FADE4}" destId="{89AB88B5-B096-472E-A1A0-6C3C2367540C}" srcOrd="0" destOrd="0" presId="urn:microsoft.com/office/officeart/2005/8/layout/matrix3"/>
    <dgm:cxn modelId="{9043DBC0-9B43-4856-983E-F7B328D1FF5F}" type="presOf" srcId="{9C632582-81A2-441B-892E-EA0B0CE01C38}" destId="{116CC286-B3D5-4AA4-9406-D1E87B14F164}" srcOrd="0" destOrd="0" presId="urn:microsoft.com/office/officeart/2005/8/layout/matrix3"/>
    <dgm:cxn modelId="{FFDB0CCC-D027-401E-BC61-76854F8359BF}" type="presOf" srcId="{0680A8B3-FDA5-4018-9968-F2AA68C75ED0}" destId="{2E840438-0BC6-40BD-8D2C-341743AA9781}" srcOrd="0" destOrd="0" presId="urn:microsoft.com/office/officeart/2005/8/layout/matrix3"/>
    <dgm:cxn modelId="{F97B58E9-4FB0-4D55-A3E7-308362027A3C}" type="presOf" srcId="{D204CCA9-2A41-4BA2-89E2-02680D5F1E7D}" destId="{26A99BCD-D803-4CB5-A5A6-D11EA0B422CD}" srcOrd="0" destOrd="0" presId="urn:microsoft.com/office/officeart/2005/8/layout/matrix3"/>
    <dgm:cxn modelId="{49B39AF1-0C45-4148-A980-921561AC9528}" srcId="{0680A8B3-FDA5-4018-9968-F2AA68C75ED0}" destId="{CBF1997F-1696-4219-B72A-3F97B44FADE4}" srcOrd="1" destOrd="0" parTransId="{A5EB6E5B-FFBA-444E-B017-853B4C405CF9}" sibTransId="{FEE6523E-724A-4647-B0C5-CB2C97302B53}"/>
    <dgm:cxn modelId="{B652A6A0-67E8-4915-96D3-B0A08F20EBD7}" type="presParOf" srcId="{2E840438-0BC6-40BD-8D2C-341743AA9781}" destId="{57720672-DCCA-477D-947B-FD9564D7BE9C}" srcOrd="0" destOrd="0" presId="urn:microsoft.com/office/officeart/2005/8/layout/matrix3"/>
    <dgm:cxn modelId="{CD9440D3-FF21-4245-BF85-18D4DB552C1E}" type="presParOf" srcId="{2E840438-0BC6-40BD-8D2C-341743AA9781}" destId="{116CC286-B3D5-4AA4-9406-D1E87B14F164}" srcOrd="1" destOrd="0" presId="urn:microsoft.com/office/officeart/2005/8/layout/matrix3"/>
    <dgm:cxn modelId="{11C0B204-BA62-4C6F-9EEE-2C73680E8AB3}" type="presParOf" srcId="{2E840438-0BC6-40BD-8D2C-341743AA9781}" destId="{89AB88B5-B096-472E-A1A0-6C3C2367540C}" srcOrd="2" destOrd="0" presId="urn:microsoft.com/office/officeart/2005/8/layout/matrix3"/>
    <dgm:cxn modelId="{6FFD3F12-949A-4829-8CA9-FE2A196D9B37}" type="presParOf" srcId="{2E840438-0BC6-40BD-8D2C-341743AA9781}" destId="{26A99BCD-D803-4CB5-A5A6-D11EA0B422CD}" srcOrd="3" destOrd="0" presId="urn:microsoft.com/office/officeart/2005/8/layout/matrix3"/>
    <dgm:cxn modelId="{F8486C12-432C-413A-9547-782FB85ECD60}" type="presParOf" srcId="{2E840438-0BC6-40BD-8D2C-341743AA9781}" destId="{8ADE9E7E-14F3-4FDE-BA4F-BC9EBFADC58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65E2F4-D11B-496B-AF84-2C3A1412BB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3A8770-6684-48B8-8407-ED016BC07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Read-only templates that contain everything needed to run an application</a:t>
          </a:r>
        </a:p>
      </dgm:t>
    </dgm:pt>
    <dgm:pt modelId="{B96BEC12-956A-40C4-BC44-05F1AE28BE68}" type="parTrans" cxnId="{94970D3B-A0A9-4979-B961-BBE34EC05B39}">
      <dgm:prSet/>
      <dgm:spPr/>
      <dgm:t>
        <a:bodyPr/>
        <a:lstStyle/>
        <a:p>
          <a:endParaRPr lang="en-US"/>
        </a:p>
      </dgm:t>
    </dgm:pt>
    <dgm:pt modelId="{1FDEFA21-E079-4D7C-A519-621E3310381B}" type="sibTrans" cxnId="{94970D3B-A0A9-4979-B961-BBE34EC05B39}">
      <dgm:prSet/>
      <dgm:spPr/>
      <dgm:t>
        <a:bodyPr/>
        <a:lstStyle/>
        <a:p>
          <a:endParaRPr lang="en-US"/>
        </a:p>
      </dgm:t>
    </dgm:pt>
    <dgm:pt modelId="{83D345EE-2DB5-4248-AAFF-0A64505877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from a Dockerfile, which specifies the application and its dependencies</a:t>
          </a:r>
        </a:p>
      </dgm:t>
    </dgm:pt>
    <dgm:pt modelId="{0E8C0A42-6C97-4B26-9CE1-812B28CBBE07}" type="parTrans" cxnId="{6BBC8975-6AEC-4C83-83D9-B4076285125D}">
      <dgm:prSet/>
      <dgm:spPr/>
      <dgm:t>
        <a:bodyPr/>
        <a:lstStyle/>
        <a:p>
          <a:endParaRPr lang="en-US"/>
        </a:p>
      </dgm:t>
    </dgm:pt>
    <dgm:pt modelId="{C22FD91B-53C0-4D3A-8822-75EB600A22B7}" type="sibTrans" cxnId="{6BBC8975-6AEC-4C83-83D9-B4076285125D}">
      <dgm:prSet/>
      <dgm:spPr/>
      <dgm:t>
        <a:bodyPr/>
        <a:lstStyle/>
        <a:p>
          <a:endParaRPr lang="en-US"/>
        </a:p>
      </dgm:t>
    </dgm:pt>
    <dgm:pt modelId="{B18843FD-C75D-49AE-B731-6BC46C7508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shared and reused across different environments</a:t>
          </a:r>
        </a:p>
      </dgm:t>
    </dgm:pt>
    <dgm:pt modelId="{1FE3A6BA-D3E5-4825-A667-702FDCCFB0C1}" type="parTrans" cxnId="{DA22C31B-1D00-46F8-9262-E9812E588669}">
      <dgm:prSet/>
      <dgm:spPr/>
      <dgm:t>
        <a:bodyPr/>
        <a:lstStyle/>
        <a:p>
          <a:endParaRPr lang="en-US"/>
        </a:p>
      </dgm:t>
    </dgm:pt>
    <dgm:pt modelId="{CD36B9E8-FEDF-478D-9129-BE353FDB17F6}" type="sibTrans" cxnId="{DA22C31B-1D00-46F8-9262-E9812E588669}">
      <dgm:prSet/>
      <dgm:spPr/>
      <dgm:t>
        <a:bodyPr/>
        <a:lstStyle/>
        <a:p>
          <a:endParaRPr lang="en-US"/>
        </a:p>
      </dgm:t>
    </dgm:pt>
    <dgm:pt modelId="{FC3389EF-284B-4C8A-89D3-919F2D162D6B}" type="pres">
      <dgm:prSet presAssocID="{0A65E2F4-D11B-496B-AF84-2C3A1412BB20}" presName="root" presStyleCnt="0">
        <dgm:presLayoutVars>
          <dgm:dir/>
          <dgm:resizeHandles val="exact"/>
        </dgm:presLayoutVars>
      </dgm:prSet>
      <dgm:spPr/>
    </dgm:pt>
    <dgm:pt modelId="{7FE463F3-E107-4CE2-839E-4E66F9D11583}" type="pres">
      <dgm:prSet presAssocID="{603A8770-6684-48B8-8407-ED016BC07753}" presName="compNode" presStyleCnt="0"/>
      <dgm:spPr/>
    </dgm:pt>
    <dgm:pt modelId="{FEF8303C-0C85-4A44-A383-EDEAEDF818E3}" type="pres">
      <dgm:prSet presAssocID="{603A8770-6684-48B8-8407-ED016BC07753}" presName="bgRect" presStyleLbl="bgShp" presStyleIdx="0" presStyleCnt="3"/>
      <dgm:spPr/>
    </dgm:pt>
    <dgm:pt modelId="{A2E7F58F-D888-46FF-9FBE-748EFC3F8290}" type="pres">
      <dgm:prSet presAssocID="{603A8770-6684-48B8-8407-ED016BC077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AAEAD37E-EABF-455B-B2F0-9F979B3A670B}" type="pres">
      <dgm:prSet presAssocID="{603A8770-6684-48B8-8407-ED016BC07753}" presName="spaceRect" presStyleCnt="0"/>
      <dgm:spPr/>
    </dgm:pt>
    <dgm:pt modelId="{2DB1F1CF-BC23-4BF5-93A3-36EC9F64F795}" type="pres">
      <dgm:prSet presAssocID="{603A8770-6684-48B8-8407-ED016BC07753}" presName="parTx" presStyleLbl="revTx" presStyleIdx="0" presStyleCnt="3">
        <dgm:presLayoutVars>
          <dgm:chMax val="0"/>
          <dgm:chPref val="0"/>
        </dgm:presLayoutVars>
      </dgm:prSet>
      <dgm:spPr/>
    </dgm:pt>
    <dgm:pt modelId="{BF79B99D-2B0A-4138-8A64-2ADA4B70C41A}" type="pres">
      <dgm:prSet presAssocID="{1FDEFA21-E079-4D7C-A519-621E3310381B}" presName="sibTrans" presStyleCnt="0"/>
      <dgm:spPr/>
    </dgm:pt>
    <dgm:pt modelId="{B90C2EC2-2342-4E3B-A2E9-6CE9AA2E0AF7}" type="pres">
      <dgm:prSet presAssocID="{83D345EE-2DB5-4248-AAFF-0A6450587770}" presName="compNode" presStyleCnt="0"/>
      <dgm:spPr/>
    </dgm:pt>
    <dgm:pt modelId="{0E589668-44BD-4B53-BE40-65656150E676}" type="pres">
      <dgm:prSet presAssocID="{83D345EE-2DB5-4248-AAFF-0A6450587770}" presName="bgRect" presStyleLbl="bgShp" presStyleIdx="1" presStyleCnt="3"/>
      <dgm:spPr/>
    </dgm:pt>
    <dgm:pt modelId="{79434652-5AC6-4DFB-B0E2-B8ECD7819C69}" type="pres">
      <dgm:prSet presAssocID="{83D345EE-2DB5-4248-AAFF-0A645058777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EFCA640-A876-40E8-8B04-9124FC591340}" type="pres">
      <dgm:prSet presAssocID="{83D345EE-2DB5-4248-AAFF-0A6450587770}" presName="spaceRect" presStyleCnt="0"/>
      <dgm:spPr/>
    </dgm:pt>
    <dgm:pt modelId="{27212EB2-8083-4F86-A7D2-D18A0F3831AC}" type="pres">
      <dgm:prSet presAssocID="{83D345EE-2DB5-4248-AAFF-0A6450587770}" presName="parTx" presStyleLbl="revTx" presStyleIdx="1" presStyleCnt="3">
        <dgm:presLayoutVars>
          <dgm:chMax val="0"/>
          <dgm:chPref val="0"/>
        </dgm:presLayoutVars>
      </dgm:prSet>
      <dgm:spPr/>
    </dgm:pt>
    <dgm:pt modelId="{E4809E4A-6E53-4508-B618-D2C0D6AC4F33}" type="pres">
      <dgm:prSet presAssocID="{C22FD91B-53C0-4D3A-8822-75EB600A22B7}" presName="sibTrans" presStyleCnt="0"/>
      <dgm:spPr/>
    </dgm:pt>
    <dgm:pt modelId="{4B6A12E9-2D52-4DEA-8D85-0F61360FD048}" type="pres">
      <dgm:prSet presAssocID="{B18843FD-C75D-49AE-B731-6BC46C750842}" presName="compNode" presStyleCnt="0"/>
      <dgm:spPr/>
    </dgm:pt>
    <dgm:pt modelId="{F85E2548-28DA-4EC5-9E3F-6A84544471CC}" type="pres">
      <dgm:prSet presAssocID="{B18843FD-C75D-49AE-B731-6BC46C750842}" presName="bgRect" presStyleLbl="bgShp" presStyleIdx="2" presStyleCnt="3"/>
      <dgm:spPr/>
    </dgm:pt>
    <dgm:pt modelId="{473F261C-FC80-4025-9ACD-EFD9B7CB0ED0}" type="pres">
      <dgm:prSet presAssocID="{B18843FD-C75D-49AE-B731-6BC46C75084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9D8F58-0323-4086-BEF8-E548B4B3E1F9}" type="pres">
      <dgm:prSet presAssocID="{B18843FD-C75D-49AE-B731-6BC46C750842}" presName="spaceRect" presStyleCnt="0"/>
      <dgm:spPr/>
    </dgm:pt>
    <dgm:pt modelId="{1F6F01C8-E6AD-42AA-92F8-4CCCFBA39C02}" type="pres">
      <dgm:prSet presAssocID="{B18843FD-C75D-49AE-B731-6BC46C7508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EEA5A19-F407-47F6-9A3C-AFA5A9784B67}" type="presOf" srcId="{B18843FD-C75D-49AE-B731-6BC46C750842}" destId="{1F6F01C8-E6AD-42AA-92F8-4CCCFBA39C02}" srcOrd="0" destOrd="0" presId="urn:microsoft.com/office/officeart/2018/2/layout/IconVerticalSolidList"/>
    <dgm:cxn modelId="{DA22C31B-1D00-46F8-9262-E9812E588669}" srcId="{0A65E2F4-D11B-496B-AF84-2C3A1412BB20}" destId="{B18843FD-C75D-49AE-B731-6BC46C750842}" srcOrd="2" destOrd="0" parTransId="{1FE3A6BA-D3E5-4825-A667-702FDCCFB0C1}" sibTransId="{CD36B9E8-FEDF-478D-9129-BE353FDB17F6}"/>
    <dgm:cxn modelId="{5400B527-2A00-4A6C-B53A-7B50C395290F}" type="presOf" srcId="{83D345EE-2DB5-4248-AAFF-0A6450587770}" destId="{27212EB2-8083-4F86-A7D2-D18A0F3831AC}" srcOrd="0" destOrd="0" presId="urn:microsoft.com/office/officeart/2018/2/layout/IconVerticalSolidList"/>
    <dgm:cxn modelId="{94970D3B-A0A9-4979-B961-BBE34EC05B39}" srcId="{0A65E2F4-D11B-496B-AF84-2C3A1412BB20}" destId="{603A8770-6684-48B8-8407-ED016BC07753}" srcOrd="0" destOrd="0" parTransId="{B96BEC12-956A-40C4-BC44-05F1AE28BE68}" sibTransId="{1FDEFA21-E079-4D7C-A519-621E3310381B}"/>
    <dgm:cxn modelId="{6BBC8975-6AEC-4C83-83D9-B4076285125D}" srcId="{0A65E2F4-D11B-496B-AF84-2C3A1412BB20}" destId="{83D345EE-2DB5-4248-AAFF-0A6450587770}" srcOrd="1" destOrd="0" parTransId="{0E8C0A42-6C97-4B26-9CE1-812B28CBBE07}" sibTransId="{C22FD91B-53C0-4D3A-8822-75EB600A22B7}"/>
    <dgm:cxn modelId="{7B3446E5-75D3-4BEF-A6D6-D45B02154235}" type="presOf" srcId="{0A65E2F4-D11B-496B-AF84-2C3A1412BB20}" destId="{FC3389EF-284B-4C8A-89D3-919F2D162D6B}" srcOrd="0" destOrd="0" presId="urn:microsoft.com/office/officeart/2018/2/layout/IconVerticalSolidList"/>
    <dgm:cxn modelId="{49234AF3-60B6-4B5D-BB09-FD49F3CC5E39}" type="presOf" srcId="{603A8770-6684-48B8-8407-ED016BC07753}" destId="{2DB1F1CF-BC23-4BF5-93A3-36EC9F64F795}" srcOrd="0" destOrd="0" presId="urn:microsoft.com/office/officeart/2018/2/layout/IconVerticalSolidList"/>
    <dgm:cxn modelId="{C81E16F1-34BE-4942-A64F-0564393ABCAB}" type="presParOf" srcId="{FC3389EF-284B-4C8A-89D3-919F2D162D6B}" destId="{7FE463F3-E107-4CE2-839E-4E66F9D11583}" srcOrd="0" destOrd="0" presId="urn:microsoft.com/office/officeart/2018/2/layout/IconVerticalSolidList"/>
    <dgm:cxn modelId="{4B85F055-EAEE-4E1D-BF6F-99A73A568DBF}" type="presParOf" srcId="{7FE463F3-E107-4CE2-839E-4E66F9D11583}" destId="{FEF8303C-0C85-4A44-A383-EDEAEDF818E3}" srcOrd="0" destOrd="0" presId="urn:microsoft.com/office/officeart/2018/2/layout/IconVerticalSolidList"/>
    <dgm:cxn modelId="{33954A31-35A0-4589-A092-1D433CDC6521}" type="presParOf" srcId="{7FE463F3-E107-4CE2-839E-4E66F9D11583}" destId="{A2E7F58F-D888-46FF-9FBE-748EFC3F8290}" srcOrd="1" destOrd="0" presId="urn:microsoft.com/office/officeart/2018/2/layout/IconVerticalSolidList"/>
    <dgm:cxn modelId="{CBDAA797-049A-471F-89C4-EA454CB98089}" type="presParOf" srcId="{7FE463F3-E107-4CE2-839E-4E66F9D11583}" destId="{AAEAD37E-EABF-455B-B2F0-9F979B3A670B}" srcOrd="2" destOrd="0" presId="urn:microsoft.com/office/officeart/2018/2/layout/IconVerticalSolidList"/>
    <dgm:cxn modelId="{DA7C0E78-895A-4DD4-B861-D323B3485F70}" type="presParOf" srcId="{7FE463F3-E107-4CE2-839E-4E66F9D11583}" destId="{2DB1F1CF-BC23-4BF5-93A3-36EC9F64F795}" srcOrd="3" destOrd="0" presId="urn:microsoft.com/office/officeart/2018/2/layout/IconVerticalSolidList"/>
    <dgm:cxn modelId="{20AED5B2-C5A2-4465-B51B-08A40C5DBA0E}" type="presParOf" srcId="{FC3389EF-284B-4C8A-89D3-919F2D162D6B}" destId="{BF79B99D-2B0A-4138-8A64-2ADA4B70C41A}" srcOrd="1" destOrd="0" presId="urn:microsoft.com/office/officeart/2018/2/layout/IconVerticalSolidList"/>
    <dgm:cxn modelId="{6107550E-3882-4409-962F-190EA96671EB}" type="presParOf" srcId="{FC3389EF-284B-4C8A-89D3-919F2D162D6B}" destId="{B90C2EC2-2342-4E3B-A2E9-6CE9AA2E0AF7}" srcOrd="2" destOrd="0" presId="urn:microsoft.com/office/officeart/2018/2/layout/IconVerticalSolidList"/>
    <dgm:cxn modelId="{EBBA178E-78A6-497C-AB21-E93691DF9F19}" type="presParOf" srcId="{B90C2EC2-2342-4E3B-A2E9-6CE9AA2E0AF7}" destId="{0E589668-44BD-4B53-BE40-65656150E676}" srcOrd="0" destOrd="0" presId="urn:microsoft.com/office/officeart/2018/2/layout/IconVerticalSolidList"/>
    <dgm:cxn modelId="{F5CB1A81-3C8F-4A3B-BF79-161052698FC3}" type="presParOf" srcId="{B90C2EC2-2342-4E3B-A2E9-6CE9AA2E0AF7}" destId="{79434652-5AC6-4DFB-B0E2-B8ECD7819C69}" srcOrd="1" destOrd="0" presId="urn:microsoft.com/office/officeart/2018/2/layout/IconVerticalSolidList"/>
    <dgm:cxn modelId="{E8CD8E0E-3EC4-442A-AC7B-F9CB8181F0BA}" type="presParOf" srcId="{B90C2EC2-2342-4E3B-A2E9-6CE9AA2E0AF7}" destId="{1EFCA640-A876-40E8-8B04-9124FC591340}" srcOrd="2" destOrd="0" presId="urn:microsoft.com/office/officeart/2018/2/layout/IconVerticalSolidList"/>
    <dgm:cxn modelId="{DF85E3EC-1B0C-4679-8724-17ECDF584E5D}" type="presParOf" srcId="{B90C2EC2-2342-4E3B-A2E9-6CE9AA2E0AF7}" destId="{27212EB2-8083-4F86-A7D2-D18A0F3831AC}" srcOrd="3" destOrd="0" presId="urn:microsoft.com/office/officeart/2018/2/layout/IconVerticalSolidList"/>
    <dgm:cxn modelId="{927BEA6C-2DCC-40C6-A1FF-3C2F8B1D33A7}" type="presParOf" srcId="{FC3389EF-284B-4C8A-89D3-919F2D162D6B}" destId="{E4809E4A-6E53-4508-B618-D2C0D6AC4F33}" srcOrd="3" destOrd="0" presId="urn:microsoft.com/office/officeart/2018/2/layout/IconVerticalSolidList"/>
    <dgm:cxn modelId="{EBFF31F6-0C2E-44D8-AD67-7A95C577059E}" type="presParOf" srcId="{FC3389EF-284B-4C8A-89D3-919F2D162D6B}" destId="{4B6A12E9-2D52-4DEA-8D85-0F61360FD048}" srcOrd="4" destOrd="0" presId="urn:microsoft.com/office/officeart/2018/2/layout/IconVerticalSolidList"/>
    <dgm:cxn modelId="{73CDD5FE-90D5-4CF2-AC2C-5D8476E23D6B}" type="presParOf" srcId="{4B6A12E9-2D52-4DEA-8D85-0F61360FD048}" destId="{F85E2548-28DA-4EC5-9E3F-6A84544471CC}" srcOrd="0" destOrd="0" presId="urn:microsoft.com/office/officeart/2018/2/layout/IconVerticalSolidList"/>
    <dgm:cxn modelId="{8502AFC9-8E9D-4872-8580-7B8944153314}" type="presParOf" srcId="{4B6A12E9-2D52-4DEA-8D85-0F61360FD048}" destId="{473F261C-FC80-4025-9ACD-EFD9B7CB0ED0}" srcOrd="1" destOrd="0" presId="urn:microsoft.com/office/officeart/2018/2/layout/IconVerticalSolidList"/>
    <dgm:cxn modelId="{30783A9D-D999-494B-A4FC-A75FC51EB1FE}" type="presParOf" srcId="{4B6A12E9-2D52-4DEA-8D85-0F61360FD048}" destId="{A59D8F58-0323-4086-BEF8-E548B4B3E1F9}" srcOrd="2" destOrd="0" presId="urn:microsoft.com/office/officeart/2018/2/layout/IconVerticalSolidList"/>
    <dgm:cxn modelId="{431BBC19-CB3B-47D9-8FA1-B24B655DEEDF}" type="presParOf" srcId="{4B6A12E9-2D52-4DEA-8D85-0F61360FD048}" destId="{1F6F01C8-E6AD-42AA-92F8-4CCCFBA39C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A7735-AB45-4510-BB40-C3AA864E1C71}">
      <dsp:nvSpPr>
        <dsp:cNvPr id="0" name=""/>
        <dsp:cNvSpPr/>
      </dsp:nvSpPr>
      <dsp:spPr>
        <a:xfrm>
          <a:off x="-229271" y="0"/>
          <a:ext cx="6391275" cy="14943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A5253-FCAC-454C-84D3-EDF737D76E12}">
      <dsp:nvSpPr>
        <dsp:cNvPr id="0" name=""/>
        <dsp:cNvSpPr/>
      </dsp:nvSpPr>
      <dsp:spPr>
        <a:xfrm>
          <a:off x="44629" y="344534"/>
          <a:ext cx="821865" cy="821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1AE04-7CE2-4F6F-9AC4-568F3FA17CE7}">
      <dsp:nvSpPr>
        <dsp:cNvPr id="0" name=""/>
        <dsp:cNvSpPr/>
      </dsp:nvSpPr>
      <dsp:spPr>
        <a:xfrm>
          <a:off x="1318521" y="8316"/>
          <a:ext cx="2876073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>
              <a:solidFill>
                <a:schemeClr val="accent6">
                  <a:lumMod val="75000"/>
                </a:schemeClr>
              </a:solidFill>
            </a:rPr>
            <a:t>Isolation</a:t>
          </a:r>
          <a:endParaRPr lang="en-US" sz="25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1318521" y="8316"/>
        <a:ext cx="2876073" cy="1494301"/>
      </dsp:txXfrm>
    </dsp:sp>
    <dsp:sp modelId="{3544DB2F-033B-4F2A-B342-AFD110FC3C9C}">
      <dsp:nvSpPr>
        <dsp:cNvPr id="0" name=""/>
        <dsp:cNvSpPr/>
      </dsp:nvSpPr>
      <dsp:spPr>
        <a:xfrm>
          <a:off x="3376425" y="8316"/>
          <a:ext cx="3422245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mazon Ember" panose="020B0603020204020204"/>
            </a:rPr>
            <a:t>Keeps crashes separate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mazon Ember" panose="020B0603020204020204"/>
            </a:rPr>
            <a:t>Keeps speed stable</a:t>
          </a:r>
          <a:endParaRPr lang="en-US" sz="1800" b="1" kern="1200" dirty="0">
            <a:latin typeface="Amazon Ember" panose="020B0603020204020204"/>
          </a:endParaRP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mazon Ember" panose="020B0603020204020204"/>
            </a:rPr>
            <a:t>Keeps apps separate</a:t>
          </a:r>
          <a:endParaRPr lang="en-US" sz="1800" b="1" kern="1200" dirty="0">
            <a:latin typeface="Amazon Ember" panose="020B0603020204020204"/>
          </a:endParaRPr>
        </a:p>
      </dsp:txBody>
      <dsp:txXfrm>
        <a:off x="3376425" y="8316"/>
        <a:ext cx="3422245" cy="1494301"/>
      </dsp:txXfrm>
    </dsp:sp>
    <dsp:sp modelId="{E451FA25-62B6-4FD5-B597-483E79B3895C}">
      <dsp:nvSpPr>
        <dsp:cNvPr id="0" name=""/>
        <dsp:cNvSpPr/>
      </dsp:nvSpPr>
      <dsp:spPr>
        <a:xfrm>
          <a:off x="-229271" y="1858963"/>
          <a:ext cx="6391275" cy="14943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1DF08-197D-4B2E-B106-D650CD2E6FF0}">
      <dsp:nvSpPr>
        <dsp:cNvPr id="0" name=""/>
        <dsp:cNvSpPr/>
      </dsp:nvSpPr>
      <dsp:spPr>
        <a:xfrm>
          <a:off x="44629" y="2212410"/>
          <a:ext cx="821865" cy="821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D2BAF-341A-47F3-A8AD-1645BD12DA9D}">
      <dsp:nvSpPr>
        <dsp:cNvPr id="0" name=""/>
        <dsp:cNvSpPr/>
      </dsp:nvSpPr>
      <dsp:spPr>
        <a:xfrm>
          <a:off x="953202" y="1873817"/>
          <a:ext cx="2876073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>
              <a:solidFill>
                <a:schemeClr val="accent6">
                  <a:lumMod val="75000"/>
                </a:schemeClr>
              </a:solidFill>
            </a:rPr>
            <a:t>Encapsulation</a:t>
          </a:r>
          <a:endParaRPr lang="en-US" sz="25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953202" y="1873817"/>
        <a:ext cx="2876073" cy="1494301"/>
      </dsp:txXfrm>
    </dsp:sp>
    <dsp:sp modelId="{110059F0-EDCE-4DE3-81C6-962C9506FD1C}">
      <dsp:nvSpPr>
        <dsp:cNvPr id="0" name=""/>
        <dsp:cNvSpPr/>
      </dsp:nvSpPr>
      <dsp:spPr>
        <a:xfrm>
          <a:off x="3437236" y="1876192"/>
          <a:ext cx="3300625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Save state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Make copies</a:t>
          </a:r>
          <a:endParaRPr lang="en-US" sz="1800" b="1" kern="1200" dirty="0">
            <a:latin typeface="Amazon Ember" panose="020B0603020204020204"/>
          </a:endParaRPr>
        </a:p>
      </dsp:txBody>
      <dsp:txXfrm>
        <a:off x="3437236" y="1876192"/>
        <a:ext cx="3300625" cy="1494301"/>
      </dsp:txXfrm>
    </dsp:sp>
    <dsp:sp modelId="{65333EA4-A48A-465E-9D5D-3B0BA96658AD}">
      <dsp:nvSpPr>
        <dsp:cNvPr id="0" name=""/>
        <dsp:cNvSpPr/>
      </dsp:nvSpPr>
      <dsp:spPr>
        <a:xfrm>
          <a:off x="-191115" y="3607430"/>
          <a:ext cx="6391275" cy="14943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C9EF6-5654-4C3B-8B63-3DA966BCC6C9}">
      <dsp:nvSpPr>
        <dsp:cNvPr id="0" name=""/>
        <dsp:cNvSpPr/>
      </dsp:nvSpPr>
      <dsp:spPr>
        <a:xfrm>
          <a:off x="44629" y="4080287"/>
          <a:ext cx="821865" cy="8218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468FA-ACBC-4687-AD82-9DAF5C18E591}">
      <dsp:nvSpPr>
        <dsp:cNvPr id="0" name=""/>
        <dsp:cNvSpPr/>
      </dsp:nvSpPr>
      <dsp:spPr>
        <a:xfrm>
          <a:off x="1289012" y="3635911"/>
          <a:ext cx="2876073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>
              <a:solidFill>
                <a:schemeClr val="accent6">
                  <a:lumMod val="75000"/>
                </a:schemeClr>
              </a:solidFill>
            </a:rPr>
            <a:t>Portability</a:t>
          </a:r>
          <a:endParaRPr lang="en-US" sz="25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1289012" y="3635911"/>
        <a:ext cx="2876073" cy="1494301"/>
      </dsp:txXfrm>
    </dsp:sp>
    <dsp:sp modelId="{D1A7B2B6-6A7C-4AE3-B4A6-F6C0A8507F74}">
      <dsp:nvSpPr>
        <dsp:cNvPr id="0" name=""/>
        <dsp:cNvSpPr/>
      </dsp:nvSpPr>
      <dsp:spPr>
        <a:xfrm>
          <a:off x="3319294" y="3604292"/>
          <a:ext cx="2810036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mazon Ember" panose="020B0603020204020204"/>
            </a:rPr>
            <a:t>Runs on many machines. </a:t>
          </a:r>
          <a:endParaRPr lang="en-US" sz="1800" b="1" kern="1200" dirty="0">
            <a:latin typeface="Amazon Ember" panose="020B0603020204020204"/>
          </a:endParaRPr>
        </a:p>
      </dsp:txBody>
      <dsp:txXfrm>
        <a:off x="3319294" y="3604292"/>
        <a:ext cx="2810036" cy="14943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626B9-68BD-4320-9AAE-993026D98DC6}">
      <dsp:nvSpPr>
        <dsp:cNvPr id="0" name=""/>
        <dsp:cNvSpPr/>
      </dsp:nvSpPr>
      <dsp:spPr>
        <a:xfrm>
          <a:off x="1010318" y="277215"/>
          <a:ext cx="941969" cy="9419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76976-0F7F-4AF6-B65F-79E242F59DEE}">
      <dsp:nvSpPr>
        <dsp:cNvPr id="0" name=""/>
        <dsp:cNvSpPr/>
      </dsp:nvSpPr>
      <dsp:spPr>
        <a:xfrm>
          <a:off x="1208132" y="475018"/>
          <a:ext cx="546342" cy="5463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0D26E-C1FF-429D-B36D-A65A20AB67B4}">
      <dsp:nvSpPr>
        <dsp:cNvPr id="0" name=""/>
        <dsp:cNvSpPr/>
      </dsp:nvSpPr>
      <dsp:spPr>
        <a:xfrm>
          <a:off x="358209" y="1043140"/>
          <a:ext cx="2220356" cy="94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FFC000"/>
              </a:solidFill>
              <a:latin typeface="Amazon Ember" panose="020B0603020204020204"/>
            </a:rPr>
            <a:t>Portability</a:t>
          </a:r>
          <a:endParaRPr lang="en-US" sz="2000" kern="1200" dirty="0">
            <a:solidFill>
              <a:srgbClr val="FFC000"/>
            </a:solidFill>
            <a:latin typeface="Amazon Ember" panose="020B0603020204020204"/>
          </a:endParaRPr>
        </a:p>
      </dsp:txBody>
      <dsp:txXfrm>
        <a:off x="358209" y="1043140"/>
        <a:ext cx="2220356" cy="941969"/>
      </dsp:txXfrm>
    </dsp:sp>
    <dsp:sp modelId="{9FE11ED2-0808-4DCF-A6CD-4C0040D67852}">
      <dsp:nvSpPr>
        <dsp:cNvPr id="0" name=""/>
        <dsp:cNvSpPr/>
      </dsp:nvSpPr>
      <dsp:spPr>
        <a:xfrm>
          <a:off x="4104954" y="213604"/>
          <a:ext cx="941969" cy="9419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504D0-0607-4B10-B760-87BC25B60537}">
      <dsp:nvSpPr>
        <dsp:cNvPr id="0" name=""/>
        <dsp:cNvSpPr/>
      </dsp:nvSpPr>
      <dsp:spPr>
        <a:xfrm>
          <a:off x="4302770" y="438364"/>
          <a:ext cx="546342" cy="5463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FD148-0BDD-4D18-B868-AFAB9D324C9D}">
      <dsp:nvSpPr>
        <dsp:cNvPr id="0" name=""/>
        <dsp:cNvSpPr/>
      </dsp:nvSpPr>
      <dsp:spPr>
        <a:xfrm>
          <a:off x="3490097" y="1028398"/>
          <a:ext cx="2220356" cy="94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FFC000"/>
              </a:solidFill>
              <a:latin typeface="Amazon Ember" panose="020B0603020204020204"/>
            </a:rPr>
            <a:t>Consistency</a:t>
          </a:r>
          <a:endParaRPr lang="en-US" sz="2000" kern="1200">
            <a:solidFill>
              <a:srgbClr val="FFC000"/>
            </a:solidFill>
            <a:latin typeface="Amazon Ember" panose="020B0603020204020204"/>
          </a:endParaRPr>
        </a:p>
      </dsp:txBody>
      <dsp:txXfrm>
        <a:off x="3490097" y="1028398"/>
        <a:ext cx="2220356" cy="941969"/>
      </dsp:txXfrm>
    </dsp:sp>
    <dsp:sp modelId="{C6182CDA-2C22-4C12-97DB-9244FA81ABE8}">
      <dsp:nvSpPr>
        <dsp:cNvPr id="0" name=""/>
        <dsp:cNvSpPr/>
      </dsp:nvSpPr>
      <dsp:spPr>
        <a:xfrm>
          <a:off x="6940304" y="227969"/>
          <a:ext cx="941969" cy="9419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DA28A-8FDE-40F4-97FB-8A951F795BBE}">
      <dsp:nvSpPr>
        <dsp:cNvPr id="0" name=""/>
        <dsp:cNvSpPr/>
      </dsp:nvSpPr>
      <dsp:spPr>
        <a:xfrm>
          <a:off x="7138109" y="425776"/>
          <a:ext cx="546342" cy="5463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46FF2-D5F0-43B5-B766-CE01C6552D68}">
      <dsp:nvSpPr>
        <dsp:cNvPr id="0" name=""/>
        <dsp:cNvSpPr/>
      </dsp:nvSpPr>
      <dsp:spPr>
        <a:xfrm>
          <a:off x="6645277" y="1051259"/>
          <a:ext cx="2220356" cy="94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FFC000"/>
              </a:solidFill>
              <a:latin typeface="Amazon Ember" panose="020B0603020204020204"/>
            </a:rPr>
            <a:t>Resource efficiency</a:t>
          </a:r>
          <a:endParaRPr lang="en-US" sz="2000" kern="1200">
            <a:solidFill>
              <a:srgbClr val="FFC000"/>
            </a:solidFill>
            <a:latin typeface="Amazon Ember" panose="020B0603020204020204"/>
          </a:endParaRPr>
        </a:p>
      </dsp:txBody>
      <dsp:txXfrm>
        <a:off x="6645277" y="1051259"/>
        <a:ext cx="2220356" cy="941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20672-DCCA-477D-947B-FD9564D7BE9C}">
      <dsp:nvSpPr>
        <dsp:cNvPr id="0" name=""/>
        <dsp:cNvSpPr/>
      </dsp:nvSpPr>
      <dsp:spPr>
        <a:xfrm>
          <a:off x="594033" y="0"/>
          <a:ext cx="4928728" cy="4928728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CC286-B3D5-4AA4-9406-D1E87B14F164}">
      <dsp:nvSpPr>
        <dsp:cNvPr id="0" name=""/>
        <dsp:cNvSpPr/>
      </dsp:nvSpPr>
      <dsp:spPr>
        <a:xfrm>
          <a:off x="1062262" y="468229"/>
          <a:ext cx="1922203" cy="192220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Faster development and deployment</a:t>
          </a:r>
        </a:p>
      </dsp:txBody>
      <dsp:txXfrm>
        <a:off x="1156096" y="562063"/>
        <a:ext cx="1734535" cy="1734535"/>
      </dsp:txXfrm>
    </dsp:sp>
    <dsp:sp modelId="{89AB88B5-B096-472E-A1A0-6C3C2367540C}">
      <dsp:nvSpPr>
        <dsp:cNvPr id="0" name=""/>
        <dsp:cNvSpPr/>
      </dsp:nvSpPr>
      <dsp:spPr>
        <a:xfrm>
          <a:off x="3132328" y="468229"/>
          <a:ext cx="1922203" cy="192220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More reliable and easier to scale</a:t>
          </a:r>
        </a:p>
      </dsp:txBody>
      <dsp:txXfrm>
        <a:off x="3226162" y="562063"/>
        <a:ext cx="1734535" cy="1734535"/>
      </dsp:txXfrm>
    </dsp:sp>
    <dsp:sp modelId="{26A99BCD-D803-4CB5-A5A6-D11EA0B422CD}">
      <dsp:nvSpPr>
        <dsp:cNvPr id="0" name=""/>
        <dsp:cNvSpPr/>
      </dsp:nvSpPr>
      <dsp:spPr>
        <a:xfrm>
          <a:off x="1062262" y="2538294"/>
          <a:ext cx="1922203" cy="192220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Deploy anywhere more easily</a:t>
          </a:r>
        </a:p>
      </dsp:txBody>
      <dsp:txXfrm>
        <a:off x="1156096" y="2632128"/>
        <a:ext cx="1734535" cy="1734535"/>
      </dsp:txXfrm>
    </dsp:sp>
    <dsp:sp modelId="{8ADE9E7E-14F3-4FDE-BA4F-BC9EBFADC581}">
      <dsp:nvSpPr>
        <dsp:cNvPr id="0" name=""/>
        <dsp:cNvSpPr/>
      </dsp:nvSpPr>
      <dsp:spPr>
        <a:xfrm>
          <a:off x="3132328" y="2538294"/>
          <a:ext cx="1922203" cy="192220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Lower infrastructure costs</a:t>
          </a:r>
        </a:p>
      </dsp:txBody>
      <dsp:txXfrm>
        <a:off x="3226162" y="2632128"/>
        <a:ext cx="1734535" cy="17345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F8303C-0C85-4A44-A383-EDEAEDF818E3}">
      <dsp:nvSpPr>
        <dsp:cNvPr id="0" name=""/>
        <dsp:cNvSpPr/>
      </dsp:nvSpPr>
      <dsp:spPr>
        <a:xfrm>
          <a:off x="0" y="417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7F58F-D888-46FF-9FBE-748EFC3F8290}">
      <dsp:nvSpPr>
        <dsp:cNvPr id="0" name=""/>
        <dsp:cNvSpPr/>
      </dsp:nvSpPr>
      <dsp:spPr>
        <a:xfrm>
          <a:off x="295193" y="219982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1F1CF-BC23-4BF5-93A3-36EC9F64F795}">
      <dsp:nvSpPr>
        <dsp:cNvPr id="0" name=""/>
        <dsp:cNvSpPr/>
      </dsp:nvSpPr>
      <dsp:spPr>
        <a:xfrm>
          <a:off x="1127103" y="417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Read-only templates that contain everything needed to run an application</a:t>
          </a:r>
        </a:p>
      </dsp:txBody>
      <dsp:txXfrm>
        <a:off x="1127103" y="417"/>
        <a:ext cx="7698555" cy="975847"/>
      </dsp:txXfrm>
    </dsp:sp>
    <dsp:sp modelId="{0E589668-44BD-4B53-BE40-65656150E676}">
      <dsp:nvSpPr>
        <dsp:cNvPr id="0" name=""/>
        <dsp:cNvSpPr/>
      </dsp:nvSpPr>
      <dsp:spPr>
        <a:xfrm>
          <a:off x="0" y="1220226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34652-5AC6-4DFB-B0E2-B8ECD7819C69}">
      <dsp:nvSpPr>
        <dsp:cNvPr id="0" name=""/>
        <dsp:cNvSpPr/>
      </dsp:nvSpPr>
      <dsp:spPr>
        <a:xfrm>
          <a:off x="295193" y="143979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12EB2-8083-4F86-A7D2-D18A0F3831AC}">
      <dsp:nvSpPr>
        <dsp:cNvPr id="0" name=""/>
        <dsp:cNvSpPr/>
      </dsp:nvSpPr>
      <dsp:spPr>
        <a:xfrm>
          <a:off x="1127103" y="1220226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Created from a Dockerfile, which specifies the application and its dependencies</a:t>
          </a:r>
        </a:p>
      </dsp:txBody>
      <dsp:txXfrm>
        <a:off x="1127103" y="1220226"/>
        <a:ext cx="7698555" cy="975847"/>
      </dsp:txXfrm>
    </dsp:sp>
    <dsp:sp modelId="{F85E2548-28DA-4EC5-9E3F-6A84544471CC}">
      <dsp:nvSpPr>
        <dsp:cNvPr id="0" name=""/>
        <dsp:cNvSpPr/>
      </dsp:nvSpPr>
      <dsp:spPr>
        <a:xfrm>
          <a:off x="0" y="2440035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F261C-FC80-4025-9ACD-EFD9B7CB0ED0}">
      <dsp:nvSpPr>
        <dsp:cNvPr id="0" name=""/>
        <dsp:cNvSpPr/>
      </dsp:nvSpPr>
      <dsp:spPr>
        <a:xfrm>
          <a:off x="295193" y="265960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F01C8-E6AD-42AA-92F8-4CCCFBA39C02}">
      <dsp:nvSpPr>
        <dsp:cNvPr id="0" name=""/>
        <dsp:cNvSpPr/>
      </dsp:nvSpPr>
      <dsp:spPr>
        <a:xfrm>
          <a:off x="1127103" y="2440035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 be shared and reused across different environments</a:t>
          </a:r>
        </a:p>
      </dsp:txBody>
      <dsp:txXfrm>
        <a:off x="1127103" y="2440035"/>
        <a:ext cx="7698555" cy="975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06/06/2026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“Before containers, apps often had problems when moving from one computer to another.</a:t>
            </a:r>
            <a:br>
              <a:rPr lang="en-US"/>
            </a:br>
            <a:r>
              <a:rPr lang="en-US"/>
              <a:t>An app might work on my laptop, but fail on another machine because something is missing or different.</a:t>
            </a:r>
            <a:br>
              <a:rPr lang="en-US"/>
            </a:br>
            <a:r>
              <a:rPr lang="en-US"/>
              <a:t>Containers solve this by packing the app together with the things it needs.”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en-US"/>
              <a:t>Diagram:</a:t>
            </a:r>
            <a:br>
              <a:rPr lang="en-US"/>
            </a:br>
            <a:r>
              <a:rPr lang="en-US"/>
              <a:t>“In the diagram, each green box is an app.</a:t>
            </a:r>
            <a:br>
              <a:rPr lang="en-US"/>
            </a:br>
            <a:r>
              <a:rPr lang="en-US"/>
              <a:t>The yellow part is the app’s needed files and libraries.</a:t>
            </a:r>
            <a:br>
              <a:rPr lang="en-US"/>
            </a:br>
            <a:r>
              <a:rPr lang="en-US"/>
              <a:t>Together, they make one container.”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4818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6804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967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517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661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A62CE0-1D3C-61B1-94C0-D9E4F2701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Bao Huynh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980-5F37-EA89-A3CC-F9673454E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535572"/>
            <a:ext cx="4846320" cy="745476"/>
          </a:xfrm>
        </p:spPr>
        <p:txBody>
          <a:bodyPr>
            <a:noAutofit/>
          </a:bodyPr>
          <a:lstStyle/>
          <a:p>
            <a:r>
              <a:rPr lang="en-US" sz="1800"/>
              <a:t>Junior Cloud Native Developer - Endava Vietnam</a:t>
            </a:r>
          </a:p>
          <a:p>
            <a:r>
              <a:rPr lang="en-US" sz="1800"/>
              <a:t>Founder / Head Lab - ITea Lab</a:t>
            </a:r>
            <a:endParaRPr lang="vi-VN" sz="18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C870-E730-C4F2-5629-85A7D7053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042742"/>
            <a:ext cx="7290619" cy="1386258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FC9800"/>
                </a:solidFill>
                <a:ea typeface="+mn-lt"/>
                <a:cs typeface="+mn-lt"/>
                <a:sym typeface="Finland Rounded"/>
              </a:rPr>
              <a:t>Docker – A containerization technology 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2807C86-8CE4-A4B1-B0DC-30AFA0E98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05263"/>
            <a:ext cx="2152650" cy="1066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045F65-4F3A-4821-8272-E81F8C7F3D28}"/>
              </a:ext>
            </a:extLst>
          </p:cNvPr>
          <p:cNvSpPr txBox="1"/>
          <p:nvPr/>
        </p:nvSpPr>
        <p:spPr>
          <a:xfrm>
            <a:off x="11441430" y="63893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9394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8C10-B559-4265-9132-8D329B55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543021"/>
            <a:ext cx="11258550" cy="827827"/>
          </a:xfrm>
        </p:spPr>
        <p:txBody>
          <a:bodyPr/>
          <a:lstStyle/>
          <a:p>
            <a:r>
              <a:rPr lang="en-US" sz="4000"/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EC19-863B-A039-2C05-AE2F003AE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497" y="1714499"/>
            <a:ext cx="6126813" cy="3429001"/>
          </a:xfrm>
        </p:spPr>
        <p:txBody>
          <a:bodyPr/>
          <a:lstStyle/>
          <a:p>
            <a:r>
              <a:rPr lang="en-US" sz="2420"/>
              <a:t>Swinburne alumnus with a background in Computer Science</a:t>
            </a:r>
          </a:p>
          <a:p>
            <a:r>
              <a:rPr lang="en-US" sz="2420"/>
              <a:t>Cloud Native Developer at Endava Vietnam</a:t>
            </a:r>
          </a:p>
          <a:p>
            <a:r>
              <a:rPr lang="en-US" sz="2420"/>
              <a:t>Former Cloud DevOps Engineer at NAB Innovation Centre Vietnam</a:t>
            </a:r>
          </a:p>
          <a:p>
            <a:r>
              <a:rPr lang="en-US" sz="2420"/>
              <a:t>FCJ-er since 2025</a:t>
            </a:r>
          </a:p>
          <a:p>
            <a:r>
              <a:rPr lang="en-US" sz="2420"/>
              <a:t>Founder and Head of ITea Lab</a:t>
            </a:r>
          </a:p>
          <a:p>
            <a:r>
              <a:rPr lang="en-US" sz="2420"/>
              <a:t>A big fan of Vocaloid, Anime, Games, Music and Payday ==))))</a:t>
            </a:r>
          </a:p>
          <a:p>
            <a:endParaRPr lang="en-US" sz="242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2A0715-33C4-84AD-A53C-4A9AE5FB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172" y="4420897"/>
            <a:ext cx="2007909" cy="1990835"/>
          </a:xfrm>
          <a:prstGeom prst="rect">
            <a:avLst/>
          </a:prstGeom>
        </p:spPr>
      </p:pic>
      <p:pic>
        <p:nvPicPr>
          <p:cNvPr id="2055" name="Picture 7" descr="No photo description available.">
            <a:extLst>
              <a:ext uri="{FF2B5EF4-FFF2-40B4-BE49-F238E27FC236}">
                <a16:creationId xmlns:a16="http://schemas.microsoft.com/office/drawing/2014/main" id="{BA010B2C-7650-2E08-F36F-BC859D484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07" y="543021"/>
            <a:ext cx="5548950" cy="369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8BFFB0-6BC2-1EB9-4724-04D1E8693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640" y="4403822"/>
            <a:ext cx="2007910" cy="2007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A43A6-0486-50A5-B171-63FD794230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90" t="22059" r="35479" b="13760"/>
          <a:stretch>
            <a:fillRect/>
          </a:stretch>
        </p:blipFill>
        <p:spPr>
          <a:xfrm>
            <a:off x="4898186" y="5143500"/>
            <a:ext cx="1480821" cy="15423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A89C23-DC08-488E-BD65-18CA38FA4294}"/>
              </a:ext>
            </a:extLst>
          </p:cNvPr>
          <p:cNvSpPr/>
          <p:nvPr/>
        </p:nvSpPr>
        <p:spPr>
          <a:xfrm>
            <a:off x="11574432" y="631497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2235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35DD-2F56-6BF3-C85C-440BB3AD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1" y="1497624"/>
            <a:ext cx="7819901" cy="838200"/>
          </a:xfrm>
        </p:spPr>
        <p:txBody>
          <a:bodyPr/>
          <a:lstStyle/>
          <a:p>
            <a:r>
              <a:rPr lang="en-US"/>
              <a:t>Agenda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82642-3A22-5EFC-5095-405A45CB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068" y="2335824"/>
            <a:ext cx="6849533" cy="2186351"/>
          </a:xfrm>
        </p:spPr>
        <p:txBody>
          <a:bodyPr/>
          <a:lstStyle/>
          <a:p>
            <a:pPr marL="533393" indent="-342900">
              <a:buFont typeface="Arial" panose="020B0604020202020204" pitchFamily="34" charset="0"/>
              <a:buChar char="•"/>
            </a:pPr>
            <a:r>
              <a:rPr lang="en-US">
                <a:latin typeface="Amazon Ember" panose="020B0603020204020204"/>
              </a:rPr>
              <a:t>Virtualization </a:t>
            </a:r>
          </a:p>
          <a:p>
            <a:pPr marL="533393" indent="-342900">
              <a:buFont typeface="Arial" panose="020B0604020202020204" pitchFamily="34" charset="0"/>
              <a:buChar char="•"/>
            </a:pPr>
            <a:r>
              <a:rPr lang="en-US">
                <a:latin typeface="Amazon Ember" panose="020B0603020204020204"/>
              </a:rPr>
              <a:t>Containerization </a:t>
            </a:r>
          </a:p>
          <a:p>
            <a:pPr marL="533393" indent="-342900">
              <a:buFont typeface="Arial" panose="020B0604020202020204" pitchFamily="34" charset="0"/>
              <a:buChar char="•"/>
            </a:pPr>
            <a:r>
              <a:rPr lang="en-US">
                <a:latin typeface="Amazon Ember" panose="020B0603020204020204"/>
              </a:rPr>
              <a:t>Comparison: Virtualization vs Containerization</a:t>
            </a:r>
          </a:p>
          <a:p>
            <a:pPr marL="533393" indent="-342900">
              <a:buFont typeface="Arial" panose="020B0604020202020204" pitchFamily="34" charset="0"/>
              <a:buChar char="•"/>
            </a:pPr>
            <a:r>
              <a:rPr lang="en-US">
                <a:latin typeface="Amazon Ember" panose="020B0603020204020204"/>
              </a:rPr>
              <a:t>Docker introduction</a:t>
            </a:r>
          </a:p>
          <a:p>
            <a:pPr marL="533393" indent="-342900">
              <a:buFont typeface="Arial" panose="020B0604020202020204" pitchFamily="34" charset="0"/>
              <a:buChar char="•"/>
            </a:pPr>
            <a:r>
              <a:rPr lang="en-US">
                <a:latin typeface="Amazon Ember" panose="020B0603020204020204"/>
              </a:rPr>
              <a:t>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ADB9A-071F-4D4B-A654-1EC8AB5535EE}"/>
              </a:ext>
            </a:extLst>
          </p:cNvPr>
          <p:cNvSpPr/>
          <p:nvPr/>
        </p:nvSpPr>
        <p:spPr>
          <a:xfrm>
            <a:off x="11545857" y="631900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358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4FB8-471B-DCC0-A7C0-6B356F61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E635-0AD5-8AB8-66F2-BF7C2AA6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788078"/>
            <a:ext cx="11258550" cy="827827"/>
          </a:xfrm>
        </p:spPr>
        <p:txBody>
          <a:bodyPr/>
          <a:lstStyle/>
          <a:p>
            <a:r>
              <a:rPr lang="en-US" sz="4000"/>
              <a:t>Disclaimer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C22E9-33F4-5E7F-E7EE-64FA56E30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6725" y="2142814"/>
            <a:ext cx="6126813" cy="2572368"/>
          </a:xfrm>
        </p:spPr>
        <p:txBody>
          <a:bodyPr/>
          <a:lstStyle/>
          <a:p>
            <a:r>
              <a:rPr lang="en-US" sz="2420"/>
              <a:t>This is </a:t>
            </a:r>
            <a:r>
              <a:rPr lang="en-US" sz="242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 friendly Docker intro</a:t>
            </a:r>
            <a:r>
              <a:rPr lang="en-US" sz="2420"/>
              <a:t>, not a full course.</a:t>
            </a:r>
          </a:p>
          <a:p>
            <a:r>
              <a:rPr lang="en-US" sz="2420"/>
              <a:t>I may make </a:t>
            </a:r>
            <a:r>
              <a:rPr lang="en-US" sz="2420">
                <a:solidFill>
                  <a:srgbClr val="FCA019"/>
                </a:solidFill>
              </a:rPr>
              <a:t>mistakes</a:t>
            </a:r>
            <a:r>
              <a:rPr lang="en-US" sz="2420"/>
              <a:t>, so feel free to </a:t>
            </a:r>
            <a:r>
              <a:rPr lang="en-US" sz="2420">
                <a:solidFill>
                  <a:srgbClr val="92D050"/>
                </a:solidFill>
              </a:rPr>
              <a:t>correct me.</a:t>
            </a:r>
          </a:p>
          <a:p>
            <a:r>
              <a:rPr lang="en-US" sz="2420"/>
              <a:t>Let’s keep it </a:t>
            </a:r>
            <a:r>
              <a:rPr lang="en-US" sz="2420">
                <a:solidFill>
                  <a:srgbClr val="FCA019"/>
                </a:solidFill>
              </a:rPr>
              <a:t>relaxed, fun, and interactive</a:t>
            </a:r>
            <a:r>
              <a:rPr lang="en-US" sz="2420"/>
              <a:t>.</a:t>
            </a:r>
          </a:p>
          <a:p>
            <a:r>
              <a:rPr lang="en-US" sz="2420"/>
              <a:t>Don’t be afraid to </a:t>
            </a:r>
            <a:r>
              <a:rPr lang="en-US" sz="2420">
                <a:solidFill>
                  <a:srgbClr val="92D050"/>
                </a:solidFill>
              </a:rPr>
              <a:t>try Docker yourself!</a:t>
            </a:r>
          </a:p>
        </p:txBody>
      </p:sp>
      <p:pic>
        <p:nvPicPr>
          <p:cNvPr id="5126" name="Picture 6" descr="Dorime Cheems: Image Gallery | Know Your Meme">
            <a:extLst>
              <a:ext uri="{FF2B5EF4-FFF2-40B4-BE49-F238E27FC236}">
                <a16:creationId xmlns:a16="http://schemas.microsoft.com/office/drawing/2014/main" id="{60A87A0F-36FA-8D6E-A0AF-8169C380E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536" y="1201992"/>
            <a:ext cx="4454013" cy="44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2F8FC3-DE1E-43AB-9501-551D080C4830}"/>
              </a:ext>
            </a:extLst>
          </p:cNvPr>
          <p:cNvSpPr/>
          <p:nvPr/>
        </p:nvSpPr>
        <p:spPr>
          <a:xfrm>
            <a:off x="11574432" y="634186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845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EE3F-4D2D-3710-F877-F29BE4E0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00" y="2836800"/>
            <a:ext cx="7819901" cy="1381239"/>
          </a:xfrm>
        </p:spPr>
        <p:txBody>
          <a:bodyPr/>
          <a:lstStyle/>
          <a:p>
            <a:r>
              <a:rPr lang="en-US"/>
              <a:t>Virtualization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76CBE3-EC12-47A6-8BF3-0983BE9494B3}"/>
              </a:ext>
            </a:extLst>
          </p:cNvPr>
          <p:cNvSpPr/>
          <p:nvPr/>
        </p:nvSpPr>
        <p:spPr>
          <a:xfrm>
            <a:off x="11568717" y="629614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3222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7C86-B6AA-071E-8616-AEF3524D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83A395-B627-51F9-EEF6-1C17FBCFF4A1}"/>
              </a:ext>
            </a:extLst>
          </p:cNvPr>
          <p:cNvSpPr txBox="1">
            <a:spLocks/>
          </p:cNvSpPr>
          <p:nvPr/>
        </p:nvSpPr>
        <p:spPr>
          <a:xfrm>
            <a:off x="447366" y="454672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What is Virtualization?</a:t>
            </a:r>
            <a:endParaRPr lang="vi-VN" sz="4000"/>
          </a:p>
        </p:txBody>
      </p:sp>
      <p:pic>
        <p:nvPicPr>
          <p:cNvPr id="1030" name="Picture 6" descr="Virtualization Icon For Virtual Machines - Openclipart">
            <a:extLst>
              <a:ext uri="{FF2B5EF4-FFF2-40B4-BE49-F238E27FC236}">
                <a16:creationId xmlns:a16="http://schemas.microsoft.com/office/drawing/2014/main" id="{669EA151-7A4F-7A71-913B-C8F0F18A4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316" y="1644445"/>
            <a:ext cx="4119716" cy="411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EE36CC-6D26-4CF7-9C92-50C3C6286A71}"/>
              </a:ext>
            </a:extLst>
          </p:cNvPr>
          <p:cNvSpPr/>
          <p:nvPr/>
        </p:nvSpPr>
        <p:spPr>
          <a:xfrm>
            <a:off x="11580147" y="630922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8708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68D4-2B5B-F740-F4B6-520345C6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054216-8E4F-FA94-5929-6B7D92E9AFCF}"/>
              </a:ext>
            </a:extLst>
          </p:cNvPr>
          <p:cNvSpPr txBox="1">
            <a:spLocks/>
          </p:cNvSpPr>
          <p:nvPr/>
        </p:nvSpPr>
        <p:spPr>
          <a:xfrm>
            <a:off x="437534" y="318441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Benefits of virtualization</a:t>
            </a:r>
            <a:endParaRPr lang="vi-VN" sz="4000"/>
          </a:p>
        </p:txBody>
      </p:sp>
      <p:graphicFrame>
        <p:nvGraphicFramePr>
          <p:cNvPr id="12" name="Content Placeholder 1">
            <a:extLst>
              <a:ext uri="{FF2B5EF4-FFF2-40B4-BE49-F238E27FC236}">
                <a16:creationId xmlns:a16="http://schemas.microsoft.com/office/drawing/2014/main" id="{BC28F924-BD50-86CE-A6C4-08A5EA595E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9191773"/>
              </p:ext>
            </p:extLst>
          </p:nvPr>
        </p:nvGraphicFramePr>
        <p:xfrm>
          <a:off x="3139358" y="1156641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A9D6F92-9736-438F-89B8-13645A99A50C}"/>
              </a:ext>
            </a:extLst>
          </p:cNvPr>
          <p:cNvSpPr/>
          <p:nvPr/>
        </p:nvSpPr>
        <p:spPr>
          <a:xfrm>
            <a:off x="11545857" y="621866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7433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59E0-A314-9EBA-36F8-604956C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0DB2FEE-4583-1239-2BFE-4E5888EB05E7}"/>
              </a:ext>
            </a:extLst>
          </p:cNvPr>
          <p:cNvSpPr txBox="1">
            <a:spLocks/>
          </p:cNvSpPr>
          <p:nvPr/>
        </p:nvSpPr>
        <p:spPr>
          <a:xfrm>
            <a:off x="437534" y="318441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Virtual machine problems</a:t>
            </a:r>
            <a:endParaRPr lang="vi-VN" sz="40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58D519-4A08-F13B-E0D2-B8F9ADAEA6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063" y="2457448"/>
            <a:ext cx="5629582" cy="1943103"/>
          </a:xfrm>
        </p:spPr>
        <p:txBody>
          <a:bodyPr/>
          <a:lstStyle/>
          <a:p>
            <a:r>
              <a:rPr lang="en-US" sz="2420"/>
              <a:t>Each VM has its </a:t>
            </a:r>
            <a:r>
              <a:rPr lang="en-US" sz="242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own OS</a:t>
            </a:r>
          </a:p>
          <a:p>
            <a:r>
              <a:rPr lang="en-US" sz="2420"/>
              <a:t>Uses more </a:t>
            </a:r>
            <a:r>
              <a:rPr lang="en-US" sz="242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CPU, memory, and storage</a:t>
            </a:r>
          </a:p>
          <a:p>
            <a:r>
              <a:rPr lang="en-US" sz="2420"/>
              <a:t>Each VM needs </a:t>
            </a:r>
            <a:r>
              <a:rPr lang="en-US" sz="242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</a:t>
            </a:r>
          </a:p>
          <a:p>
            <a:r>
              <a:rPr lang="en-US" sz="2420"/>
              <a:t>Too</a:t>
            </a:r>
            <a:r>
              <a:rPr lang="en-US" sz="2420" b="1"/>
              <a:t> </a:t>
            </a:r>
            <a:r>
              <a:rPr lang="en-US" sz="242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heavy</a:t>
            </a:r>
            <a:r>
              <a:rPr lang="en-US" sz="2420" b="1"/>
              <a:t> </a:t>
            </a:r>
            <a:r>
              <a:rPr lang="en-US" sz="2420"/>
              <a:t>for small apps</a:t>
            </a:r>
          </a:p>
        </p:txBody>
      </p:sp>
      <p:pic>
        <p:nvPicPr>
          <p:cNvPr id="3076" name="Picture 4" descr="shocked kid at computer - Imgflip">
            <a:extLst>
              <a:ext uri="{FF2B5EF4-FFF2-40B4-BE49-F238E27FC236}">
                <a16:creationId xmlns:a16="http://schemas.microsoft.com/office/drawing/2014/main" id="{AD013F54-DE82-CE24-3C12-619CF77F3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437" y="1228724"/>
            <a:ext cx="5143500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975D38-3C66-43DE-90BE-5733468D514E}"/>
              </a:ext>
            </a:extLst>
          </p:cNvPr>
          <p:cNvSpPr/>
          <p:nvPr/>
        </p:nvSpPr>
        <p:spPr>
          <a:xfrm>
            <a:off x="11545857" y="621866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5051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1ACD-5F3D-EBC3-EF45-B5BFEC39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968E-8823-0832-62AB-5B5801B9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06" y="1342297"/>
            <a:ext cx="7819901" cy="838200"/>
          </a:xfrm>
        </p:spPr>
        <p:txBody>
          <a:bodyPr/>
          <a:lstStyle/>
          <a:p>
            <a:pPr marL="190493"/>
            <a:r>
              <a:rPr lang="en-US"/>
              <a:t>Containerization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38CA109-17FC-5E2A-C17E-528818B5F2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31515" r="13753"/>
          <a:stretch/>
        </p:blipFill>
        <p:spPr>
          <a:xfrm>
            <a:off x="739611" y="2180497"/>
            <a:ext cx="6602894" cy="36290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484B22-4069-4022-A48C-BC05610095E8}"/>
              </a:ext>
            </a:extLst>
          </p:cNvPr>
          <p:cNvSpPr/>
          <p:nvPr/>
        </p:nvSpPr>
        <p:spPr>
          <a:xfrm>
            <a:off x="11545857" y="621866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08325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A89B-1BAE-A57D-8312-841E32C2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5BC07BC-0F44-BAF0-6D99-017E5CD65ED8}"/>
              </a:ext>
            </a:extLst>
          </p:cNvPr>
          <p:cNvSpPr txBox="1">
            <a:spLocks/>
          </p:cNvSpPr>
          <p:nvPr/>
        </p:nvSpPr>
        <p:spPr>
          <a:xfrm>
            <a:off x="417869" y="626318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Containerization</a:t>
            </a:r>
            <a:endParaRPr lang="vi-VN" sz="4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F99B6-F0EC-C582-97E8-0F2D59CF5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25" y="1878266"/>
            <a:ext cx="4839375" cy="35152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E28CED-E017-BFCE-BB11-48C36AD57523}"/>
              </a:ext>
            </a:extLst>
          </p:cNvPr>
          <p:cNvSpPr/>
          <p:nvPr/>
        </p:nvSpPr>
        <p:spPr>
          <a:xfrm>
            <a:off x="4822808" y="3358334"/>
            <a:ext cx="6096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/>
              <a:t>Containerization means putting an app and everything it needs into one package, so it works the same everywhere.</a:t>
            </a:r>
            <a:endParaRPr lang="en-US" dirty="0">
              <a:latin typeface="Amazon Ember" panose="020B0603020204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8EABB-292E-404A-AAC9-DC13F369BA56}"/>
              </a:ext>
            </a:extLst>
          </p:cNvPr>
          <p:cNvSpPr/>
          <p:nvPr/>
        </p:nvSpPr>
        <p:spPr>
          <a:xfrm>
            <a:off x="11545857" y="621866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973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BD7D-7A36-8B8D-8F76-C6AE5FB4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163E64-5BF2-1498-1FAE-B990CDB3FC20}"/>
              </a:ext>
            </a:extLst>
          </p:cNvPr>
          <p:cNvSpPr txBox="1">
            <a:spLocks/>
          </p:cNvSpPr>
          <p:nvPr/>
        </p:nvSpPr>
        <p:spPr>
          <a:xfrm>
            <a:off x="491630" y="116828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Compare with Virtual Machines</a:t>
            </a:r>
            <a:endParaRPr lang="vi-VN" sz="4000"/>
          </a:p>
        </p:txBody>
      </p:sp>
      <p:pic>
        <p:nvPicPr>
          <p:cNvPr id="6" name="Picture 2" descr="Containers vs. Virtual Machines (VMs): What's the Difference? | NetApp Blog">
            <a:extLst>
              <a:ext uri="{FF2B5EF4-FFF2-40B4-BE49-F238E27FC236}">
                <a16:creationId xmlns:a16="http://schemas.microsoft.com/office/drawing/2014/main" id="{CEB3347E-A683-D53C-38DB-4F5DFC2B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9864" y="955028"/>
            <a:ext cx="8312271" cy="444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2ECC5C-761A-411F-A04F-E37422126D14}"/>
              </a:ext>
            </a:extLst>
          </p:cNvPr>
          <p:cNvSpPr/>
          <p:nvPr/>
        </p:nvSpPr>
        <p:spPr>
          <a:xfrm>
            <a:off x="4675901" y="5643892"/>
            <a:ext cx="4286250" cy="914400"/>
          </a:xfrm>
          <a:prstGeom prst="roundRect">
            <a:avLst/>
          </a:prstGeom>
          <a:solidFill>
            <a:srgbClr val="FCA019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Amazon Ember" panose="020B0603020204020204"/>
              </a:rPr>
              <a:t>Containers are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Amazon Ember" panose="020B0603020204020204"/>
              </a:rPr>
              <a:t>more lightweight </a:t>
            </a:r>
            <a:r>
              <a:rPr lang="en-US" b="1">
                <a:solidFill>
                  <a:schemeClr val="tx1"/>
                </a:solidFill>
                <a:latin typeface="Amazon Ember" panose="020B0603020204020204"/>
              </a:rPr>
              <a:t>than traditional Machine Virtualization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72906-FF0B-4791-A9AF-C948775141B5}"/>
              </a:ext>
            </a:extLst>
          </p:cNvPr>
          <p:cNvSpPr/>
          <p:nvPr/>
        </p:nvSpPr>
        <p:spPr>
          <a:xfrm>
            <a:off x="11545857" y="621866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6318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A014-BFB4-A17F-7419-EC8DD370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2E05A43-AC73-AEAA-CA0F-5583F651F12B}"/>
              </a:ext>
            </a:extLst>
          </p:cNvPr>
          <p:cNvSpPr txBox="1">
            <a:spLocks/>
          </p:cNvSpPr>
          <p:nvPr/>
        </p:nvSpPr>
        <p:spPr>
          <a:xfrm>
            <a:off x="435936" y="230513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VM vs Container</a:t>
            </a:r>
            <a:endParaRPr lang="vi-VN" sz="4000"/>
          </a:p>
        </p:txBody>
      </p:sp>
      <p:pic>
        <p:nvPicPr>
          <p:cNvPr id="4098" name="Picture 2" descr="Container vs Virtual Machine ⋆ | VM versus Container | IPCisco">
            <a:extLst>
              <a:ext uri="{FF2B5EF4-FFF2-40B4-BE49-F238E27FC236}">
                <a16:creationId xmlns:a16="http://schemas.microsoft.com/office/drawing/2014/main" id="{48202DE9-907C-9AA6-CB50-2A353E90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692" y="984262"/>
            <a:ext cx="5334615" cy="533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F9A2BE-B51F-49B0-BEC2-9B46F36A5BD3}"/>
              </a:ext>
            </a:extLst>
          </p:cNvPr>
          <p:cNvSpPr/>
          <p:nvPr/>
        </p:nvSpPr>
        <p:spPr>
          <a:xfrm>
            <a:off x="11545857" y="621866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1981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4EA7-6B4A-5DFC-7955-F5E0FF5F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C835A3-E81F-CE26-5E73-95F377D19ED5}"/>
              </a:ext>
            </a:extLst>
          </p:cNvPr>
          <p:cNvSpPr txBox="1">
            <a:spLocks/>
          </p:cNvSpPr>
          <p:nvPr/>
        </p:nvSpPr>
        <p:spPr>
          <a:xfrm>
            <a:off x="447366" y="266110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Benefit of containerization</a:t>
            </a:r>
            <a:endParaRPr lang="vi-VN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31BEBB-E97C-D725-725E-E9AC3E45D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790550"/>
              </p:ext>
            </p:extLst>
          </p:nvPr>
        </p:nvGraphicFramePr>
        <p:xfrm>
          <a:off x="1107245" y="1632437"/>
          <a:ext cx="11793415" cy="2998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3164C8B-E3ED-4B7D-BE5F-4C07A2CB809B}"/>
              </a:ext>
            </a:extLst>
          </p:cNvPr>
          <p:cNvSpPr txBox="1"/>
          <p:nvPr/>
        </p:nvSpPr>
        <p:spPr>
          <a:xfrm>
            <a:off x="1471334" y="3430874"/>
            <a:ext cx="27873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Easily moved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Single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Deploy across multiple environments</a:t>
            </a:r>
            <a:endParaRPr lang="en-US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52CFE-7A01-4D77-9EF4-8A19D08C67CF}"/>
              </a:ext>
            </a:extLst>
          </p:cNvPr>
          <p:cNvSpPr txBox="1"/>
          <p:nvPr/>
        </p:nvSpPr>
        <p:spPr>
          <a:xfrm>
            <a:off x="4622747" y="3434586"/>
            <a:ext cx="34502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Runs consistently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No compatibility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Contain necessary dependencies and configurations</a:t>
            </a:r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FD35F-EF70-4759-AB35-ACDAF43DC7A5}"/>
              </a:ext>
            </a:extLst>
          </p:cNvPr>
          <p:cNvSpPr txBox="1"/>
          <p:nvPr/>
        </p:nvSpPr>
        <p:spPr>
          <a:xfrm>
            <a:off x="7676114" y="3371850"/>
            <a:ext cx="30200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Lightweight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Consumes fewer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Ideal for running </a:t>
            </a: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multiple applications </a:t>
            </a:r>
            <a:r>
              <a:rPr lang="en-US" sz="2000">
                <a:solidFill>
                  <a:schemeClr val="bg1"/>
                </a:solidFill>
                <a:latin typeface="Amazon Ember" panose="020B0603020204020204"/>
              </a:rPr>
              <a:t>on a single host</a:t>
            </a:r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08B57-DE7D-4408-B5F9-5F33F5E51888}"/>
              </a:ext>
            </a:extLst>
          </p:cNvPr>
          <p:cNvSpPr/>
          <p:nvPr/>
        </p:nvSpPr>
        <p:spPr>
          <a:xfrm>
            <a:off x="11545857" y="621866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69543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A79F-6695-E46D-018A-DA23D76A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5715-9CCF-1BB5-3DD1-A6FD24E7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90493"/>
            <a:r>
              <a:rPr lang="en-US"/>
              <a:t>Docker</a:t>
            </a:r>
            <a:endParaRPr lang="vi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75CD2-1CFA-4F8C-9980-8760AC079569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7450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AD86-DF2A-C9DF-5D41-77758690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E3C8887-71C6-E225-248A-234BECFA805B}"/>
              </a:ext>
            </a:extLst>
          </p:cNvPr>
          <p:cNvSpPr txBox="1">
            <a:spLocks/>
          </p:cNvSpPr>
          <p:nvPr/>
        </p:nvSpPr>
        <p:spPr>
          <a:xfrm>
            <a:off x="447366" y="978576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What is Docker?</a:t>
            </a:r>
            <a:endParaRPr lang="vi-VN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B6337F-7CFB-95A3-ACE6-47B3DD11C26F}"/>
              </a:ext>
            </a:extLst>
          </p:cNvPr>
          <p:cNvSpPr txBox="1"/>
          <p:nvPr/>
        </p:nvSpPr>
        <p:spPr>
          <a:xfrm>
            <a:off x="447366" y="2505670"/>
            <a:ext cx="564863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Docker packages your app with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everything it needs.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The app can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run the same way </a:t>
            </a:r>
            <a:r>
              <a:rPr lang="en-US" sz="2400">
                <a:solidFill>
                  <a:schemeClr val="bg1"/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on different machines.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Simple idea: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  <a:ea typeface="Finland Rounded"/>
                <a:cs typeface="Finland Rounded"/>
                <a:sym typeface="Finland Rounded"/>
              </a:rPr>
              <a:t>build once, run anywhere.</a:t>
            </a:r>
          </a:p>
        </p:txBody>
      </p:sp>
      <p:pic>
        <p:nvPicPr>
          <p:cNvPr id="5122" name="Picture 2" descr="Docker Logo PNG Transparent &amp; SVG Vector - Freebie Supply">
            <a:extLst>
              <a:ext uri="{FF2B5EF4-FFF2-40B4-BE49-F238E27FC236}">
                <a16:creationId xmlns:a16="http://schemas.microsoft.com/office/drawing/2014/main" id="{3D09485B-E13D-A90C-1217-3466F9CCC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105" y="1600200"/>
            <a:ext cx="435440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6C3836-384B-4161-8FF8-0CB8EF9971C8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4594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3783-D90C-96C8-3D25-099BD9C16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8993F23-288A-2468-9FE1-99E37B778B4D}"/>
              </a:ext>
            </a:extLst>
          </p:cNvPr>
          <p:cNvSpPr txBox="1">
            <a:spLocks/>
          </p:cNvSpPr>
          <p:nvPr/>
        </p:nvSpPr>
        <p:spPr>
          <a:xfrm>
            <a:off x="447366" y="274074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>
                <a:solidFill>
                  <a:srgbClr val="FC9800"/>
                </a:solidFill>
                <a:latin typeface="Amazon Ember" panose="020B0603020204020204"/>
                <a:sym typeface="Finland Rounded"/>
              </a:rPr>
              <a:t>Key Benefits of Docker</a:t>
            </a:r>
            <a:endParaRPr lang="vi-VN" sz="4000"/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6FE6F82B-83BF-1EB6-B6A9-81BA81D2C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047803"/>
              </p:ext>
            </p:extLst>
          </p:nvPr>
        </p:nvGraphicFramePr>
        <p:xfrm>
          <a:off x="3037602" y="1112274"/>
          <a:ext cx="6116795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B0005B8-CF2F-4A51-BBD3-0AC080963772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39781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177D-2EB7-B28B-9ECD-2A1BC643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8F113CF-F0DF-85DB-1930-A092E66E5CC9}"/>
              </a:ext>
            </a:extLst>
          </p:cNvPr>
          <p:cNvSpPr txBox="1">
            <a:spLocks/>
          </p:cNvSpPr>
          <p:nvPr/>
        </p:nvSpPr>
        <p:spPr>
          <a:xfrm>
            <a:off x="447365" y="1433086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 Containers</a:t>
            </a:r>
            <a:endParaRPr lang="vi-VN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0ACDF-2962-EC48-B80F-346704EB5C2B}"/>
              </a:ext>
            </a:extLst>
          </p:cNvPr>
          <p:cNvSpPr txBox="1"/>
          <p:nvPr/>
        </p:nvSpPr>
        <p:spPr>
          <a:xfrm>
            <a:off x="447365" y="2690336"/>
            <a:ext cx="564863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Containers are apps running in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Docker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They are created from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Docker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They run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separately</a:t>
            </a: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 from your computer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You control them with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mazon Ember" panose="020B0603020204020204"/>
              </a:rPr>
              <a:t>Docker commands</a:t>
            </a:r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  <a:latin typeface="Amazon Ember" panose="020B0603020204020204"/>
            </a:endParaRPr>
          </a:p>
        </p:txBody>
      </p:sp>
      <p:pic>
        <p:nvPicPr>
          <p:cNvPr id="6146" name="Picture 2" descr="You should use docker - it's so light weight! : r/ProgrammerHumor">
            <a:extLst>
              <a:ext uri="{FF2B5EF4-FFF2-40B4-BE49-F238E27FC236}">
                <a16:creationId xmlns:a16="http://schemas.microsoft.com/office/drawing/2014/main" id="{71A0F16A-49AE-263D-A883-BA971FD8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56953"/>
            <a:ext cx="5384764" cy="374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C13ACD-469D-4105-AECE-968B901217DD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28675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3377-B53D-22F9-BE05-6501F008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31FB3BE-F29B-645A-E6EE-B15B8D88E82A}"/>
              </a:ext>
            </a:extLst>
          </p:cNvPr>
          <p:cNvSpPr txBox="1">
            <a:spLocks/>
          </p:cNvSpPr>
          <p:nvPr/>
        </p:nvSpPr>
        <p:spPr>
          <a:xfrm>
            <a:off x="693172" y="715331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 Images</a:t>
            </a:r>
            <a:endParaRPr lang="vi-VN" sz="400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133F7D9-99FA-61F1-7CEE-9CF34D3351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9995276"/>
              </p:ext>
            </p:extLst>
          </p:nvPr>
        </p:nvGraphicFramePr>
        <p:xfrm>
          <a:off x="1400761" y="1885745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035721F-CD3C-4323-B028-019B3FA36C58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3972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70F2-B38B-6423-6B2F-B08CCA5F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35164B-154D-1730-B298-6AAA9A9AABAC}"/>
              </a:ext>
            </a:extLst>
          </p:cNvPr>
          <p:cNvSpPr txBox="1">
            <a:spLocks/>
          </p:cNvSpPr>
          <p:nvPr/>
        </p:nvSpPr>
        <p:spPr>
          <a:xfrm>
            <a:off x="771830" y="3009900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Dockerfile</a:t>
            </a:r>
          </a:p>
          <a:p>
            <a:r>
              <a:rPr lang="en-US" sz="400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D36A-FF89-E1C7-E92E-F8A63531924A}"/>
              </a:ext>
            </a:extLst>
          </p:cNvPr>
          <p:cNvSpPr txBox="1">
            <a:spLocks/>
          </p:cNvSpPr>
          <p:nvPr/>
        </p:nvSpPr>
        <p:spPr>
          <a:xfrm>
            <a:off x="4485135" y="1059025"/>
            <a:ext cx="6389342" cy="47399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FROM</a:t>
            </a:r>
            <a:r>
              <a:rPr lang="en-US">
                <a:latin typeface="Amazon Ember" panose="020B0603020204020204"/>
              </a:rPr>
              <a:t> 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ubuntu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ARG</a:t>
            </a:r>
            <a:r>
              <a:rPr lang="en-US">
                <a:latin typeface="Amazon Ember" panose="020B0603020204020204"/>
              </a:rPr>
              <a:t> 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package=python3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RUN</a:t>
            </a:r>
            <a:r>
              <a:rPr lang="en-US">
                <a:latin typeface="Amazon Ember" panose="020B0603020204020204"/>
              </a:rPr>
              <a:t> 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apt-get update \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 </a:t>
            </a:r>
            <a:r>
              <a:rPr lang="en-US" sz="2800">
                <a:solidFill>
                  <a:schemeClr val="bg1"/>
                </a:solidFill>
                <a:latin typeface="Amazon Ember" panose="020B0603020204020204"/>
              </a:rPr>
              <a:t>&amp;&amp; apt-get install -y ${package}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WORKDIR</a:t>
            </a:r>
            <a:r>
              <a:rPr lang="en-US">
                <a:latin typeface="Amazon Ember" panose="020B0603020204020204"/>
              </a:rPr>
              <a:t> /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myapp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ADD</a:t>
            </a:r>
            <a:r>
              <a:rPr lang="en-US">
                <a:latin typeface="Amazon Ember" panose="020B0603020204020204"/>
              </a:rPr>
              <a:t>/</a:t>
            </a: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COPY</a:t>
            </a:r>
            <a:r>
              <a:rPr lang="en-US">
                <a:latin typeface="Amazon Ember" panose="020B0603020204020204"/>
              </a:rPr>
              <a:t> 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myapp.py 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CMD</a:t>
            </a:r>
            <a:r>
              <a:rPr lang="en-US">
                <a:latin typeface="Amazon Ember" panose="020B0603020204020204"/>
              </a:rPr>
              <a:t>/</a:t>
            </a:r>
            <a:r>
              <a:rPr lang="en-US" b="1">
                <a:solidFill>
                  <a:srgbClr val="FF0000"/>
                </a:solidFill>
                <a:latin typeface="Amazon Ember" panose="020B0603020204020204"/>
              </a:rPr>
              <a:t>ENTRYPOINT</a:t>
            </a:r>
            <a:r>
              <a:rPr lang="en-US">
                <a:latin typeface="Amazon Ember" panose="020B0603020204020204"/>
              </a:rPr>
              <a:t> </a:t>
            </a:r>
            <a:r>
              <a:rPr lang="en-US">
                <a:solidFill>
                  <a:schemeClr val="bg1"/>
                </a:solidFill>
                <a:latin typeface="Amazon Ember" panose="020B0603020204020204"/>
              </a:rPr>
              <a:t>[“python3”, “./myapp.py”]</a:t>
            </a:r>
            <a:endParaRPr lang="en-US" dirty="0">
              <a:solidFill>
                <a:schemeClr val="bg1"/>
              </a:solidFill>
              <a:latin typeface="Amazon Ember" panose="020B060302020402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5E437-6A23-47CE-846B-448A283535B8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53744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E7BE-3A2F-3604-A69B-E8E29386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AA76F3-7D79-6CB7-2A37-3DDDE891465C}"/>
              </a:ext>
            </a:extLst>
          </p:cNvPr>
          <p:cNvSpPr txBox="1">
            <a:spLocks/>
          </p:cNvSpPr>
          <p:nvPr/>
        </p:nvSpPr>
        <p:spPr>
          <a:xfrm>
            <a:off x="447365" y="1482247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 Containers</a:t>
            </a:r>
            <a:endParaRPr lang="vi-VN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A758F-BBD1-7823-8AE2-4BF01520F987}"/>
              </a:ext>
            </a:extLst>
          </p:cNvPr>
          <p:cNvSpPr txBox="1"/>
          <p:nvPr/>
        </p:nvSpPr>
        <p:spPr>
          <a:xfrm>
            <a:off x="447365" y="2547146"/>
            <a:ext cx="564863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Each Dockerfile instruction creates an image layer.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During builds, </a:t>
            </a: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Amazon Ember" panose="020B0603020204020204"/>
              </a:rPr>
              <a:t>Docker reuses unchanged layers</a:t>
            </a: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 from cache.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When a layer changes, Docker rebuilds </a:t>
            </a: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Amazon Ember" panose="020B0603020204020204"/>
              </a:rPr>
              <a:t>that layer </a:t>
            </a: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and </a:t>
            </a: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Amazon Ember" panose="020B0603020204020204"/>
              </a:rPr>
              <a:t>everything after 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258FC-826D-B3CB-9B68-D3641FB93683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47" b="-2"/>
          <a:stretch/>
        </p:blipFill>
        <p:spPr bwMode="auto">
          <a:xfrm>
            <a:off x="6361570" y="1563744"/>
            <a:ext cx="5284742" cy="3730512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D3B687-FD3C-4DF3-BE56-31B8B5AFF9C9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53484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8CEB-35F6-9CCF-AC6D-49F44D4B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FAEEA29-C363-EF1D-56F3-3482CF1F107A}"/>
              </a:ext>
            </a:extLst>
          </p:cNvPr>
          <p:cNvSpPr txBox="1">
            <a:spLocks/>
          </p:cNvSpPr>
          <p:nvPr/>
        </p:nvSpPr>
        <p:spPr>
          <a:xfrm>
            <a:off x="762000" y="3009900"/>
            <a:ext cx="3996813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 commands</a:t>
            </a:r>
            <a:endParaRPr lang="vi-VN" sz="4000"/>
          </a:p>
        </p:txBody>
      </p:sp>
      <p:pic>
        <p:nvPicPr>
          <p:cNvPr id="9218" name="Picture 2" descr="Master Essential Docker Commands for Container Management - Topic">
            <a:extLst>
              <a:ext uri="{FF2B5EF4-FFF2-40B4-BE49-F238E27FC236}">
                <a16:creationId xmlns:a16="http://schemas.microsoft.com/office/drawing/2014/main" id="{4316E4B5-167D-FF73-F159-ED3737CFE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46" y="258097"/>
            <a:ext cx="8037870" cy="602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3A4E56-ACCC-418F-A2F3-747BF57B1AD5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390372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97009-8D16-A20E-828A-C13E363F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11DF727-A22C-40E6-84DB-67A3E58DF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00" y="449580"/>
            <a:ext cx="7516599" cy="563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D03671-3756-4B22-A3B9-869C117D68B1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51874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0A937-384E-C208-7E48-FBD01B90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0F59F9B-D5A3-A719-9096-948C27B45595}"/>
              </a:ext>
            </a:extLst>
          </p:cNvPr>
          <p:cNvSpPr txBox="1">
            <a:spLocks/>
          </p:cNvSpPr>
          <p:nvPr/>
        </p:nvSpPr>
        <p:spPr>
          <a:xfrm>
            <a:off x="447365" y="1482247"/>
            <a:ext cx="781990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4000"/>
              <a:t>Docker Use Case</a:t>
            </a:r>
            <a:endParaRPr lang="vi-VN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4DC5B4-85DF-4C24-92B4-A9ECE6CBCCCC}"/>
              </a:ext>
            </a:extLst>
          </p:cNvPr>
          <p:cNvSpPr txBox="1"/>
          <p:nvPr/>
        </p:nvSpPr>
        <p:spPr>
          <a:xfrm>
            <a:off x="447365" y="2467136"/>
            <a:ext cx="5648635" cy="2502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Continuous Integration/Continuous Deployment (CI/CD) pipelines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Microservices architectures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Development and testing environments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Cloud-native applications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Amazon Ember" panose="020B0603020204020204"/>
              </a:rPr>
              <a:t>Legacy application modernization</a:t>
            </a:r>
          </a:p>
        </p:txBody>
      </p:sp>
      <p:pic>
        <p:nvPicPr>
          <p:cNvPr id="10242" name="Picture 2" descr="Docker everywhere - Rainbow SpongeBob Meme Generator">
            <a:extLst>
              <a:ext uri="{FF2B5EF4-FFF2-40B4-BE49-F238E27FC236}">
                <a16:creationId xmlns:a16="http://schemas.microsoft.com/office/drawing/2014/main" id="{8135C2DC-9560-C410-CD5D-8D9B7EC59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545" y="1066800"/>
            <a:ext cx="5715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33E6C0-7F1F-4647-9E92-8135FF4A705D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98632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ứ hỏi tớ bất cứ câu hỏi nào nha : r/memes">
            <a:extLst>
              <a:ext uri="{FF2B5EF4-FFF2-40B4-BE49-F238E27FC236}">
                <a16:creationId xmlns:a16="http://schemas.microsoft.com/office/drawing/2014/main" id="{BFB93F56-453B-A2F4-3996-5BA21AD8C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17" y="344805"/>
            <a:ext cx="10084365" cy="567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CDC27F-C471-4491-92CE-BD8C092119F3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68888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EE64-AC2A-8F5B-1A35-D10F742F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E4CBA-3A7E-C925-B975-30CD73CB0C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2042742"/>
            <a:ext cx="8401792" cy="832538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FC9800"/>
                </a:solidFill>
                <a:ea typeface="+mn-lt"/>
                <a:cs typeface="+mn-lt"/>
                <a:sym typeface="Finland Rounded"/>
              </a:rPr>
              <a:t>Thank you!!!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562DDF-F933-A3BA-DCFB-397ED17A6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5040" y="5154363"/>
            <a:ext cx="1961424" cy="369332"/>
          </a:xfrm>
        </p:spPr>
        <p:txBody>
          <a:bodyPr>
            <a:noAutofit/>
          </a:bodyPr>
          <a:lstStyle/>
          <a:p>
            <a:pPr algn="ctr"/>
            <a:r>
              <a:rPr lang="en-US" sz="2400"/>
              <a:t>LinkedIn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0220D5-72BE-9C9B-66D6-F6EB5902E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0" y="3188036"/>
            <a:ext cx="1961424" cy="19663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4C3330-0407-7826-368E-87465DDB30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496" b="25569"/>
          <a:stretch>
            <a:fillRect/>
          </a:stretch>
        </p:blipFill>
        <p:spPr>
          <a:xfrm>
            <a:off x="3334068" y="3007360"/>
            <a:ext cx="2834640" cy="25163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8C7C5B-BC8A-40FE-85F4-4DA9F863D8E7}"/>
              </a:ext>
            </a:extLst>
          </p:cNvPr>
          <p:cNvSpPr/>
          <p:nvPr/>
        </p:nvSpPr>
        <p:spPr>
          <a:xfrm>
            <a:off x="11545856" y="6218662"/>
            <a:ext cx="867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432786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</TotalTime>
  <Words>590</Words>
  <Application>Microsoft Office PowerPoint</Application>
  <PresentationFormat>Widescreen</PresentationFormat>
  <Paragraphs>132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Amazon Ember</vt:lpstr>
      <vt:lpstr>Aptos</vt:lpstr>
      <vt:lpstr>Aptos Display</vt:lpstr>
      <vt:lpstr>Arial</vt:lpstr>
      <vt:lpstr>Custom Design</vt:lpstr>
      <vt:lpstr>PowerPoint Presentation</vt:lpstr>
      <vt:lpstr>About me</vt:lpstr>
      <vt:lpstr>Agenda</vt:lpstr>
      <vt:lpstr>Disclaimer</vt:lpstr>
      <vt:lpstr>Virtualization</vt:lpstr>
      <vt:lpstr>PowerPoint Presentation</vt:lpstr>
      <vt:lpstr>PowerPoint Presentation</vt:lpstr>
      <vt:lpstr>PowerPoint Presentation</vt:lpstr>
      <vt:lpstr>Containerization</vt:lpstr>
      <vt:lpstr>PowerPoint Presentation</vt:lpstr>
      <vt:lpstr>PowerPoint Presentation</vt:lpstr>
      <vt:lpstr>PowerPoint Presentation</vt:lpstr>
      <vt:lpstr>PowerPoint Presentation</vt:lpstr>
      <vt:lpstr>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Thien Lu Hoan</dc:creator>
  <cp:lastModifiedBy>Bao Huynh</cp:lastModifiedBy>
  <cp:revision>30</cp:revision>
  <dcterms:created xsi:type="dcterms:W3CDTF">2026-02-25T10:51:59Z</dcterms:created>
  <dcterms:modified xsi:type="dcterms:W3CDTF">2026-06-05T17:25:02Z</dcterms:modified>
</cp:coreProperties>
</file>