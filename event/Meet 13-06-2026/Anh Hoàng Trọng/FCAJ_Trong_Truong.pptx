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19"/>
  </p:notesMasterIdLst>
  <p:sldIdLst>
    <p:sldId id="256" r:id="rId2"/>
    <p:sldId id="258" r:id="rId3"/>
    <p:sldId id="257" r:id="rId4"/>
    <p:sldId id="277" r:id="rId5"/>
    <p:sldId id="263" r:id="rId6"/>
    <p:sldId id="262" r:id="rId7"/>
    <p:sldId id="264" r:id="rId8"/>
    <p:sldId id="265" r:id="rId9"/>
    <p:sldId id="276" r:id="rId10"/>
    <p:sldId id="271" r:id="rId11"/>
    <p:sldId id="274" r:id="rId12"/>
    <p:sldId id="270" r:id="rId13"/>
    <p:sldId id="269" r:id="rId14"/>
    <p:sldId id="272" r:id="rId15"/>
    <p:sldId id="266" r:id="rId16"/>
    <p:sldId id="268" r:id="rId17"/>
    <p:sldId id="273" r:id="rId1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019"/>
    <a:srgbClr val="080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1CA2F6-CDE5-424F-8B28-424E868232EE}" v="583" dt="2026-06-11T12:51:09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2"/>
    <p:restoredTop sz="94678"/>
  </p:normalViewPr>
  <p:slideViewPr>
    <p:cSldViewPr snapToGrid="0">
      <p:cViewPr varScale="1">
        <p:scale>
          <a:sx n="97" d="100"/>
          <a:sy n="97" d="100"/>
        </p:scale>
        <p:origin x="2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ng Truong" userId="1694e24681374e15" providerId="Windows Live" clId="Web-{8D1CA2F6-CDE5-424F-8B28-424E868232EE}"/>
    <pc:docChg chg="addSld delSld modSld sldOrd">
      <pc:chgData name="Trong Truong" userId="1694e24681374e15" providerId="Windows Live" clId="Web-{8D1CA2F6-CDE5-424F-8B28-424E868232EE}" dt="2026-06-11T12:51:09.184" v="577" actId="20577"/>
      <pc:docMkLst>
        <pc:docMk/>
      </pc:docMkLst>
      <pc:sldChg chg="modSp">
        <pc:chgData name="Trong Truong" userId="1694e24681374e15" providerId="Windows Live" clId="Web-{8D1CA2F6-CDE5-424F-8B28-424E868232EE}" dt="2026-06-11T08:19:32.453" v="23" actId="14100"/>
        <pc:sldMkLst>
          <pc:docMk/>
          <pc:sldMk cId="2793941506" sldId="256"/>
        </pc:sldMkLst>
        <pc:spChg chg="mod">
          <ac:chgData name="Trong Truong" userId="1694e24681374e15" providerId="Windows Live" clId="Web-{8D1CA2F6-CDE5-424F-8B28-424E868232EE}" dt="2026-06-11T08:19:14.842" v="10" actId="20577"/>
          <ac:spMkLst>
            <pc:docMk/>
            <pc:sldMk cId="2793941506" sldId="256"/>
            <ac:spMk id="2" creationId="{1EA62CE0-1D3C-61B1-94C0-D9E4F2701BCD}"/>
          </ac:spMkLst>
        </pc:spChg>
        <pc:spChg chg="mod">
          <ac:chgData name="Trong Truong" userId="1694e24681374e15" providerId="Windows Live" clId="Web-{8D1CA2F6-CDE5-424F-8B28-424E868232EE}" dt="2026-06-11T08:19:32.453" v="23" actId="14100"/>
          <ac:spMkLst>
            <pc:docMk/>
            <pc:sldMk cId="2793941506" sldId="256"/>
            <ac:spMk id="3" creationId="{67EAC980-5F37-EA89-A3CC-F9673454E184}"/>
          </ac:spMkLst>
        </pc:spChg>
      </pc:sldChg>
      <pc:sldChg chg="modSp">
        <pc:chgData name="Trong Truong" userId="1694e24681374e15" providerId="Windows Live" clId="Web-{8D1CA2F6-CDE5-424F-8B28-424E868232EE}" dt="2026-06-11T08:57:04.259" v="93"/>
        <pc:sldMkLst>
          <pc:docMk/>
          <pc:sldMk cId="4002334982" sldId="257"/>
        </pc:sldMkLst>
        <pc:spChg chg="mod">
          <ac:chgData name="Trong Truong" userId="1694e24681374e15" providerId="Windows Live" clId="Web-{8D1CA2F6-CDE5-424F-8B28-424E868232EE}" dt="2026-06-11T08:57:04.259" v="93"/>
          <ac:spMkLst>
            <pc:docMk/>
            <pc:sldMk cId="4002334982" sldId="257"/>
            <ac:spMk id="2" creationId="{8984F325-D1AD-7F74-118F-7C706B288514}"/>
          </ac:spMkLst>
        </pc:spChg>
      </pc:sldChg>
      <pc:sldChg chg="modSp">
        <pc:chgData name="Trong Truong" userId="1694e24681374e15" providerId="Windows Live" clId="Web-{8D1CA2F6-CDE5-424F-8B28-424E868232EE}" dt="2026-06-11T12:45:16.913" v="571" actId="20577"/>
        <pc:sldMkLst>
          <pc:docMk/>
          <pc:sldMk cId="2203589045" sldId="258"/>
        </pc:sldMkLst>
        <pc:spChg chg="mod">
          <ac:chgData name="Trong Truong" userId="1694e24681374e15" providerId="Windows Live" clId="Web-{8D1CA2F6-CDE5-424F-8B28-424E868232EE}" dt="2026-06-11T08:57:08.010" v="94"/>
          <ac:spMkLst>
            <pc:docMk/>
            <pc:sldMk cId="2203589045" sldId="258"/>
            <ac:spMk id="2" creationId="{70B235DD-2F56-6BF3-C85C-440BB3AD2021}"/>
          </ac:spMkLst>
        </pc:spChg>
        <pc:spChg chg="mod">
          <ac:chgData name="Trong Truong" userId="1694e24681374e15" providerId="Windows Live" clId="Web-{8D1CA2F6-CDE5-424F-8B28-424E868232EE}" dt="2026-06-11T12:45:16.913" v="571" actId="20577"/>
          <ac:spMkLst>
            <pc:docMk/>
            <pc:sldMk cId="2203589045" sldId="258"/>
            <ac:spMk id="3" creationId="{0EA82642-3A22-5EFC-5095-405A45CB9247}"/>
          </ac:spMkLst>
        </pc:spChg>
      </pc:sldChg>
      <pc:sldChg chg="addSp delSp modSp add mod replId modShow">
        <pc:chgData name="Trong Truong" userId="1694e24681374e15" providerId="Windows Live" clId="Web-{8D1CA2F6-CDE5-424F-8B28-424E868232EE}" dt="2026-06-11T08:57:01.041" v="92"/>
        <pc:sldMkLst>
          <pc:docMk/>
          <pc:sldMk cId="925019964" sldId="259"/>
        </pc:sldMkLst>
        <pc:spChg chg="mod">
          <ac:chgData name="Trong Truong" userId="1694e24681374e15" providerId="Windows Live" clId="Web-{8D1CA2F6-CDE5-424F-8B28-424E868232EE}" dt="2026-06-11T08:57:01.041" v="92"/>
          <ac:spMkLst>
            <pc:docMk/>
            <pc:sldMk cId="925019964" sldId="259"/>
            <ac:spMk id="2" creationId="{CE5E4491-7E4C-AE14-0D68-798E36E6377E}"/>
          </ac:spMkLst>
        </pc:spChg>
        <pc:spChg chg="del">
          <ac:chgData name="Trong Truong" userId="1694e24681374e15" providerId="Windows Live" clId="Web-{8D1CA2F6-CDE5-424F-8B28-424E868232EE}" dt="2026-06-11T08:49:42.932" v="47"/>
          <ac:spMkLst>
            <pc:docMk/>
            <pc:sldMk cId="925019964" sldId="259"/>
            <ac:spMk id="3" creationId="{5A7A3518-EE35-BCF1-4F94-F7477E6FB05B}"/>
          </ac:spMkLst>
        </pc:spChg>
        <pc:spChg chg="add del">
          <ac:chgData name="Trong Truong" userId="1694e24681374e15" providerId="Windows Live" clId="Web-{8D1CA2F6-CDE5-424F-8B28-424E868232EE}" dt="2026-06-11T08:53:08.111" v="59"/>
          <ac:spMkLst>
            <pc:docMk/>
            <pc:sldMk cId="925019964" sldId="259"/>
            <ac:spMk id="5" creationId="{B298D131-5D08-5F8A-5C69-FAE05C0D64D3}"/>
          </ac:spMkLst>
        </pc:spChg>
        <pc:spChg chg="add mod">
          <ac:chgData name="Trong Truong" userId="1694e24681374e15" providerId="Windows Live" clId="Web-{8D1CA2F6-CDE5-424F-8B28-424E868232EE}" dt="2026-06-11T08:53:24.830" v="61" actId="20577"/>
          <ac:spMkLst>
            <pc:docMk/>
            <pc:sldMk cId="925019964" sldId="259"/>
            <ac:spMk id="6" creationId="{D9F76CD4-52A6-E3B7-D1A7-386FEAD7EADF}"/>
          </ac:spMkLst>
        </pc:spChg>
        <pc:spChg chg="add del mod">
          <ac:chgData name="Trong Truong" userId="1694e24681374e15" providerId="Windows Live" clId="Web-{8D1CA2F6-CDE5-424F-8B28-424E868232EE}" dt="2026-06-11T08:54:54.864" v="88"/>
          <ac:spMkLst>
            <pc:docMk/>
            <pc:sldMk cId="925019964" sldId="259"/>
            <ac:spMk id="8" creationId="{4CE958C1-28FB-070E-14D0-CFB90B0A3680}"/>
          </ac:spMkLst>
        </pc:spChg>
        <pc:spChg chg="add mod">
          <ac:chgData name="Trong Truong" userId="1694e24681374e15" providerId="Windows Live" clId="Web-{8D1CA2F6-CDE5-424F-8B28-424E868232EE}" dt="2026-06-11T08:54:54.864" v="88"/>
          <ac:spMkLst>
            <pc:docMk/>
            <pc:sldMk cId="925019964" sldId="259"/>
            <ac:spMk id="10" creationId="{D3370754-19C8-D2E3-349F-C2E5F908A75D}"/>
          </ac:spMkLst>
        </pc:spChg>
        <pc:picChg chg="add del mod">
          <ac:chgData name="Trong Truong" userId="1694e24681374e15" providerId="Windows Live" clId="Web-{8D1CA2F6-CDE5-424F-8B28-424E868232EE}" dt="2026-06-11T08:54:52.317" v="87"/>
          <ac:picMkLst>
            <pc:docMk/>
            <pc:sldMk cId="925019964" sldId="259"/>
            <ac:picMk id="4" creationId="{7896C47E-A62C-9ADC-1FAE-2B39D63F1706}"/>
          </ac:picMkLst>
        </pc:picChg>
      </pc:sldChg>
      <pc:sldChg chg="addSp delSp modSp add ord replId">
        <pc:chgData name="Trong Truong" userId="1694e24681374e15" providerId="Windows Live" clId="Web-{8D1CA2F6-CDE5-424F-8B28-424E868232EE}" dt="2026-06-11T09:13:13.339" v="229"/>
        <pc:sldMkLst>
          <pc:docMk/>
          <pc:sldMk cId="1331127802" sldId="260"/>
        </pc:sldMkLst>
        <pc:spChg chg="mod">
          <ac:chgData name="Trong Truong" userId="1694e24681374e15" providerId="Windows Live" clId="Web-{8D1CA2F6-CDE5-424F-8B28-424E868232EE}" dt="2026-06-11T09:07:09.483" v="191"/>
          <ac:spMkLst>
            <pc:docMk/>
            <pc:sldMk cId="1331127802" sldId="260"/>
            <ac:spMk id="2" creationId="{0BE5F6BC-7495-B97E-5343-52FDE886C59C}"/>
          </ac:spMkLst>
        </pc:spChg>
        <pc:spChg chg="mod">
          <ac:chgData name="Trong Truong" userId="1694e24681374e15" providerId="Windows Live" clId="Web-{8D1CA2F6-CDE5-424F-8B28-424E868232EE}" dt="2026-06-11T09:12:09.868" v="219" actId="1076"/>
          <ac:spMkLst>
            <pc:docMk/>
            <pc:sldMk cId="1331127802" sldId="260"/>
            <ac:spMk id="3" creationId="{E5BF357A-7308-A552-E252-B0BA4FE2275E}"/>
          </ac:spMkLst>
        </pc:spChg>
        <pc:spChg chg="add mod">
          <ac:chgData name="Trong Truong" userId="1694e24681374e15" providerId="Windows Live" clId="Web-{8D1CA2F6-CDE5-424F-8B28-424E868232EE}" dt="2026-06-11T09:12:11.931" v="220" actId="1076"/>
          <ac:spMkLst>
            <pc:docMk/>
            <pc:sldMk cId="1331127802" sldId="260"/>
            <ac:spMk id="6" creationId="{E81A9F69-DDD0-7101-6564-A41D2D590D85}"/>
          </ac:spMkLst>
        </pc:spChg>
        <pc:picChg chg="add del mod">
          <ac:chgData name="Trong Truong" userId="1694e24681374e15" providerId="Windows Live" clId="Web-{8D1CA2F6-CDE5-424F-8B28-424E868232EE}" dt="2026-06-11T09:09:27.738" v="194"/>
          <ac:picMkLst>
            <pc:docMk/>
            <pc:sldMk cId="1331127802" sldId="260"/>
            <ac:picMk id="4" creationId="{5A722B81-4944-B1E1-72A6-51FBBC93505F}"/>
          </ac:picMkLst>
        </pc:picChg>
      </pc:sldChg>
      <pc:sldChg chg="addSp delSp modSp add replId">
        <pc:chgData name="Trong Truong" userId="1694e24681374e15" providerId="Windows Live" clId="Web-{8D1CA2F6-CDE5-424F-8B28-424E868232EE}" dt="2026-06-11T10:02:59.377" v="371"/>
        <pc:sldMkLst>
          <pc:docMk/>
          <pc:sldMk cId="3740227887" sldId="261"/>
        </pc:sldMkLst>
        <pc:spChg chg="mod">
          <ac:chgData name="Trong Truong" userId="1694e24681374e15" providerId="Windows Live" clId="Web-{8D1CA2F6-CDE5-424F-8B28-424E868232EE}" dt="2026-06-11T10:02:59.377" v="371"/>
          <ac:spMkLst>
            <pc:docMk/>
            <pc:sldMk cId="3740227887" sldId="261"/>
            <ac:spMk id="2" creationId="{BDCBCC9E-56E8-9179-EC48-6D24167A581D}"/>
          </ac:spMkLst>
        </pc:spChg>
        <pc:picChg chg="add del mod">
          <ac:chgData name="Trong Truong" userId="1694e24681374e15" providerId="Windows Live" clId="Web-{8D1CA2F6-CDE5-424F-8B28-424E868232EE}" dt="2026-06-11T09:18:42.163" v="280"/>
          <ac:picMkLst>
            <pc:docMk/>
            <pc:sldMk cId="3740227887" sldId="261"/>
            <ac:picMk id="4" creationId="{D09B03EB-3C29-8078-2D70-C04BBE2EA2C6}"/>
          </ac:picMkLst>
        </pc:picChg>
      </pc:sldChg>
      <pc:sldChg chg="addSp delSp modSp new">
        <pc:chgData name="Trong Truong" userId="1694e24681374e15" providerId="Windows Live" clId="Web-{8D1CA2F6-CDE5-424F-8B28-424E868232EE}" dt="2026-06-11T12:48:34.287" v="576" actId="1076"/>
        <pc:sldMkLst>
          <pc:docMk/>
          <pc:sldMk cId="2399526003" sldId="262"/>
        </pc:sldMkLst>
        <pc:spChg chg="mod">
          <ac:chgData name="Trong Truong" userId="1694e24681374e15" providerId="Windows Live" clId="Web-{8D1CA2F6-CDE5-424F-8B28-424E868232EE}" dt="2026-06-11T08:56:54.822" v="90"/>
          <ac:spMkLst>
            <pc:docMk/>
            <pc:sldMk cId="2399526003" sldId="262"/>
            <ac:spMk id="2" creationId="{8E94EEC4-40BB-573E-EC56-6DDECC429DB2}"/>
          </ac:spMkLst>
        </pc:spChg>
        <pc:spChg chg="mod">
          <ac:chgData name="Trong Truong" userId="1694e24681374e15" providerId="Windows Live" clId="Web-{8D1CA2F6-CDE5-424F-8B28-424E868232EE}" dt="2026-06-11T12:48:31.630" v="575" actId="1076"/>
          <ac:spMkLst>
            <pc:docMk/>
            <pc:sldMk cId="2399526003" sldId="262"/>
            <ac:spMk id="3" creationId="{B2BF9AE6-5ECE-5B9A-2C0B-B9DE50B717EA}"/>
          </ac:spMkLst>
        </pc:spChg>
        <pc:spChg chg="add mod">
          <ac:chgData name="Trong Truong" userId="1694e24681374e15" providerId="Windows Live" clId="Web-{8D1CA2F6-CDE5-424F-8B28-424E868232EE}" dt="2026-06-11T12:48:34.287" v="576" actId="1076"/>
          <ac:spMkLst>
            <pc:docMk/>
            <pc:sldMk cId="2399526003" sldId="262"/>
            <ac:spMk id="5" creationId="{2CFD14F3-3476-23C7-C7A4-3139FDC1BD29}"/>
          </ac:spMkLst>
        </pc:spChg>
        <pc:spChg chg="add del mod">
          <ac:chgData name="Trong Truong" userId="1694e24681374e15" providerId="Windows Live" clId="Web-{8D1CA2F6-CDE5-424F-8B28-424E868232EE}" dt="2026-06-11T09:04:48.963" v="147"/>
          <ac:spMkLst>
            <pc:docMk/>
            <pc:sldMk cId="2399526003" sldId="262"/>
            <ac:spMk id="6" creationId="{BD93A9F6-65E1-EB0A-0F0E-37180D8BEC27}"/>
          </ac:spMkLst>
        </pc:spChg>
        <pc:spChg chg="add mod">
          <ac:chgData name="Trong Truong" userId="1694e24681374e15" providerId="Windows Live" clId="Web-{8D1CA2F6-CDE5-424F-8B28-424E868232EE}" dt="2026-06-11T09:05:20.839" v="163" actId="14100"/>
          <ac:spMkLst>
            <pc:docMk/>
            <pc:sldMk cId="2399526003" sldId="262"/>
            <ac:spMk id="7" creationId="{DB189F4A-5AAB-2096-33A9-7201A7878C7A}"/>
          </ac:spMkLst>
        </pc:spChg>
        <pc:spChg chg="add del">
          <ac:chgData name="Trong Truong" userId="1694e24681374e15" providerId="Windows Live" clId="Web-{8D1CA2F6-CDE5-424F-8B28-424E868232EE}" dt="2026-06-11T09:05:25.120" v="165"/>
          <ac:spMkLst>
            <pc:docMk/>
            <pc:sldMk cId="2399526003" sldId="262"/>
            <ac:spMk id="8" creationId="{82D309EB-C37F-1B7B-77FC-4F0121E337BF}"/>
          </ac:spMkLst>
        </pc:spChg>
        <pc:spChg chg="add mod">
          <ac:chgData name="Trong Truong" userId="1694e24681374e15" providerId="Windows Live" clId="Web-{8D1CA2F6-CDE5-424F-8B28-424E868232EE}" dt="2026-06-11T12:48:28.943" v="574" actId="1076"/>
          <ac:spMkLst>
            <pc:docMk/>
            <pc:sldMk cId="2399526003" sldId="262"/>
            <ac:spMk id="9" creationId="{4CC48B6A-0B1B-C560-9760-64D7B7368B5B}"/>
          </ac:spMkLst>
        </pc:spChg>
      </pc:sldChg>
      <pc:sldChg chg="modSp add replId">
        <pc:chgData name="Trong Truong" userId="1694e24681374e15" providerId="Windows Live" clId="Web-{8D1CA2F6-CDE5-424F-8B28-424E868232EE}" dt="2026-06-11T12:46:17.556" v="573" actId="1076"/>
        <pc:sldMkLst>
          <pc:docMk/>
          <pc:sldMk cId="1335198726" sldId="263"/>
        </pc:sldMkLst>
        <pc:spChg chg="mod">
          <ac:chgData name="Trong Truong" userId="1694e24681374e15" providerId="Windows Live" clId="Web-{8D1CA2F6-CDE5-424F-8B28-424E868232EE}" dt="2026-06-11T08:56:58.650" v="91"/>
          <ac:spMkLst>
            <pc:docMk/>
            <pc:sldMk cId="1335198726" sldId="263"/>
            <ac:spMk id="2" creationId="{AE23FF82-45DD-64CF-ABD4-A4CDA02B7380}"/>
          </ac:spMkLst>
        </pc:spChg>
        <pc:picChg chg="mod">
          <ac:chgData name="Trong Truong" userId="1694e24681374e15" providerId="Windows Live" clId="Web-{8D1CA2F6-CDE5-424F-8B28-424E868232EE}" dt="2026-06-11T12:46:17.556" v="573" actId="1076"/>
          <ac:picMkLst>
            <pc:docMk/>
            <pc:sldMk cId="1335198726" sldId="263"/>
            <ac:picMk id="4" creationId="{82DFFEC3-6CB3-7555-7FD0-7F31784819FC}"/>
          </ac:picMkLst>
        </pc:picChg>
      </pc:sldChg>
      <pc:sldChg chg="addSp delSp modSp add replId">
        <pc:chgData name="Trong Truong" userId="1694e24681374e15" providerId="Windows Live" clId="Web-{8D1CA2F6-CDE5-424F-8B28-424E868232EE}" dt="2026-06-11T12:51:09.184" v="577" actId="20577"/>
        <pc:sldMkLst>
          <pc:docMk/>
          <pc:sldMk cId="4232437021" sldId="264"/>
        </pc:sldMkLst>
        <pc:spChg chg="mod">
          <ac:chgData name="Trong Truong" userId="1694e24681374e15" providerId="Windows Live" clId="Web-{8D1CA2F6-CDE5-424F-8B28-424E868232EE}" dt="2026-06-11T12:51:09.184" v="577" actId="20577"/>
          <ac:spMkLst>
            <pc:docMk/>
            <pc:sldMk cId="4232437021" sldId="264"/>
            <ac:spMk id="2" creationId="{87545D73-7AE3-23E5-1C44-A706617AF803}"/>
          </ac:spMkLst>
        </pc:spChg>
        <pc:spChg chg="del">
          <ac:chgData name="Trong Truong" userId="1694e24681374e15" providerId="Windows Live" clId="Web-{8D1CA2F6-CDE5-424F-8B28-424E868232EE}" dt="2026-06-11T09:09:30.878" v="199"/>
          <ac:spMkLst>
            <pc:docMk/>
            <pc:sldMk cId="4232437021" sldId="264"/>
            <ac:spMk id="3" creationId="{2730E137-B14A-1936-021B-0836D1841FDE}"/>
          </ac:spMkLst>
        </pc:spChg>
        <pc:spChg chg="add mod">
          <ac:chgData name="Trong Truong" userId="1694e24681374e15" providerId="Windows Live" clId="Web-{8D1CA2F6-CDE5-424F-8B28-424E868232EE}" dt="2026-06-11T10:42:45.895" v="545" actId="1076"/>
          <ac:spMkLst>
            <pc:docMk/>
            <pc:sldMk cId="4232437021" sldId="264"/>
            <ac:spMk id="4" creationId="{F21F5C92-DF2E-5597-31C7-86E022D00506}"/>
          </ac:spMkLst>
        </pc:spChg>
        <pc:spChg chg="del">
          <ac:chgData name="Trong Truong" userId="1694e24681374e15" providerId="Windows Live" clId="Web-{8D1CA2F6-CDE5-424F-8B28-424E868232EE}" dt="2026-06-11T09:09:30.832" v="198"/>
          <ac:spMkLst>
            <pc:docMk/>
            <pc:sldMk cId="4232437021" sldId="264"/>
            <ac:spMk id="5" creationId="{C1F8F600-B594-14EC-D111-94CF54C077B9}"/>
          </ac:spMkLst>
        </pc:spChg>
        <pc:spChg chg="del">
          <ac:chgData name="Trong Truong" userId="1694e24681374e15" providerId="Windows Live" clId="Web-{8D1CA2F6-CDE5-424F-8B28-424E868232EE}" dt="2026-06-11T09:09:30.832" v="197"/>
          <ac:spMkLst>
            <pc:docMk/>
            <pc:sldMk cId="4232437021" sldId="264"/>
            <ac:spMk id="6" creationId="{BFD13FCE-4BEC-432E-58D4-506F6DC47A50}"/>
          </ac:spMkLst>
        </pc:spChg>
        <pc:spChg chg="del">
          <ac:chgData name="Trong Truong" userId="1694e24681374e15" providerId="Windows Live" clId="Web-{8D1CA2F6-CDE5-424F-8B28-424E868232EE}" dt="2026-06-11T09:09:30.832" v="196"/>
          <ac:spMkLst>
            <pc:docMk/>
            <pc:sldMk cId="4232437021" sldId="264"/>
            <ac:spMk id="7" creationId="{37C5D585-5F35-3009-0531-75B81D01F5D2}"/>
          </ac:spMkLst>
        </pc:spChg>
        <pc:spChg chg="add mod">
          <ac:chgData name="Trong Truong" userId="1694e24681374e15" providerId="Windows Live" clId="Web-{8D1CA2F6-CDE5-424F-8B28-424E868232EE}" dt="2026-06-11T09:09:30.878" v="199"/>
          <ac:spMkLst>
            <pc:docMk/>
            <pc:sldMk cId="4232437021" sldId="264"/>
            <ac:spMk id="8" creationId="{E208DA12-6EB1-7A79-853D-0D8A2AD371E6}"/>
          </ac:spMkLst>
        </pc:spChg>
        <pc:spChg chg="del">
          <ac:chgData name="Trong Truong" userId="1694e24681374e15" providerId="Windows Live" clId="Web-{8D1CA2F6-CDE5-424F-8B28-424E868232EE}" dt="2026-06-11T09:09:30.832" v="195"/>
          <ac:spMkLst>
            <pc:docMk/>
            <pc:sldMk cId="4232437021" sldId="264"/>
            <ac:spMk id="9" creationId="{499E742E-2DC4-C3B0-23C8-1EE573793F3F}"/>
          </ac:spMkLst>
        </pc:spChg>
        <pc:picChg chg="add mod modCrop">
          <ac:chgData name="Trong Truong" userId="1694e24681374e15" providerId="Windows Live" clId="Web-{8D1CA2F6-CDE5-424F-8B28-424E868232EE}" dt="2026-06-11T09:09:43.238" v="206" actId="1076"/>
          <ac:picMkLst>
            <pc:docMk/>
            <pc:sldMk cId="4232437021" sldId="264"/>
            <ac:picMk id="10" creationId="{56D89050-0618-F5EF-5678-6DDCD62F5B33}"/>
          </ac:picMkLst>
        </pc:picChg>
      </pc:sldChg>
      <pc:sldChg chg="addSp delSp modSp add replId">
        <pc:chgData name="Trong Truong" userId="1694e24681374e15" providerId="Windows Live" clId="Web-{8D1CA2F6-CDE5-424F-8B28-424E868232EE}" dt="2026-06-11T09:13:55.138" v="237" actId="20577"/>
        <pc:sldMkLst>
          <pc:docMk/>
          <pc:sldMk cId="2038707342" sldId="265"/>
        </pc:sldMkLst>
        <pc:spChg chg="del">
          <ac:chgData name="Trong Truong" userId="1694e24681374e15" providerId="Windows Live" clId="Web-{8D1CA2F6-CDE5-424F-8B28-424E868232EE}" dt="2026-06-11T09:12:58.182" v="228"/>
          <ac:spMkLst>
            <pc:docMk/>
            <pc:sldMk cId="2038707342" sldId="265"/>
            <ac:spMk id="3" creationId="{38BAA188-6881-158D-6467-AADE48A86B01}"/>
          </ac:spMkLst>
        </pc:spChg>
        <pc:spChg chg="add mod">
          <ac:chgData name="Trong Truong" userId="1694e24681374e15" providerId="Windows Live" clId="Web-{8D1CA2F6-CDE5-424F-8B28-424E868232EE}" dt="2026-06-11T09:13:55.138" v="237" actId="20577"/>
          <ac:spMkLst>
            <pc:docMk/>
            <pc:sldMk cId="2038707342" sldId="265"/>
            <ac:spMk id="5" creationId="{58469F53-520C-BB42-8C5F-6261115CF27C}"/>
          </ac:spMkLst>
        </pc:spChg>
        <pc:spChg chg="mod">
          <ac:chgData name="Trong Truong" userId="1694e24681374e15" providerId="Windows Live" clId="Web-{8D1CA2F6-CDE5-424F-8B28-424E868232EE}" dt="2026-06-11T09:12:57.948" v="227" actId="20577"/>
          <ac:spMkLst>
            <pc:docMk/>
            <pc:sldMk cId="2038707342" sldId="265"/>
            <ac:spMk id="6" creationId="{37240C80-462A-3171-DC23-5CF9BF4B0E82}"/>
          </ac:spMkLst>
        </pc:spChg>
      </pc:sldChg>
      <pc:sldChg chg="modSp add replId">
        <pc:chgData name="Trong Truong" userId="1694e24681374e15" providerId="Windows Live" clId="Web-{8D1CA2F6-CDE5-424F-8B28-424E868232EE}" dt="2026-06-11T10:33:24.173" v="509" actId="20577"/>
        <pc:sldMkLst>
          <pc:docMk/>
          <pc:sldMk cId="2072263688" sldId="266"/>
        </pc:sldMkLst>
        <pc:spChg chg="mod">
          <ac:chgData name="Trong Truong" userId="1694e24681374e15" providerId="Windows Live" clId="Web-{8D1CA2F6-CDE5-424F-8B28-424E868232EE}" dt="2026-06-11T09:59:46.183" v="369"/>
          <ac:spMkLst>
            <pc:docMk/>
            <pc:sldMk cId="2072263688" sldId="266"/>
            <ac:spMk id="2" creationId="{14985CCA-F53E-FCFF-E7D2-9F3154498576}"/>
          </ac:spMkLst>
        </pc:spChg>
        <pc:spChg chg="mod">
          <ac:chgData name="Trong Truong" userId="1694e24681374e15" providerId="Windows Live" clId="Web-{8D1CA2F6-CDE5-424F-8B28-424E868232EE}" dt="2026-06-11T10:33:24.173" v="509" actId="20577"/>
          <ac:spMkLst>
            <pc:docMk/>
            <pc:sldMk cId="2072263688" sldId="266"/>
            <ac:spMk id="3" creationId="{6DF75AF0-C511-5171-07DF-63A45584EA9D}"/>
          </ac:spMkLst>
        </pc:spChg>
      </pc:sldChg>
      <pc:sldChg chg="modSp add del replId">
        <pc:chgData name="Trong Truong" userId="1694e24681374e15" providerId="Windows Live" clId="Web-{8D1CA2F6-CDE5-424F-8B28-424E868232EE}" dt="2026-06-11T09:25:36.849" v="361"/>
        <pc:sldMkLst>
          <pc:docMk/>
          <pc:sldMk cId="2266189097" sldId="267"/>
        </pc:sldMkLst>
        <pc:spChg chg="mod">
          <ac:chgData name="Trong Truong" userId="1694e24681374e15" providerId="Windows Live" clId="Web-{8D1CA2F6-CDE5-424F-8B28-424E868232EE}" dt="2026-06-11T09:16:12.330" v="246" actId="20577"/>
          <ac:spMkLst>
            <pc:docMk/>
            <pc:sldMk cId="2266189097" sldId="267"/>
            <ac:spMk id="2" creationId="{70F8D886-830C-E8E7-DFD2-BAF9E11B00C1}"/>
          </ac:spMkLst>
        </pc:spChg>
      </pc:sldChg>
      <pc:sldChg chg="delSp modSp add replId">
        <pc:chgData name="Trong Truong" userId="1694e24681374e15" providerId="Windows Live" clId="Web-{8D1CA2F6-CDE5-424F-8B28-424E868232EE}" dt="2026-06-11T09:25:47.505" v="365" actId="1076"/>
        <pc:sldMkLst>
          <pc:docMk/>
          <pc:sldMk cId="2417094112" sldId="268"/>
        </pc:sldMkLst>
        <pc:spChg chg="mod">
          <ac:chgData name="Trong Truong" userId="1694e24681374e15" providerId="Windows Live" clId="Web-{8D1CA2F6-CDE5-424F-8B28-424E868232EE}" dt="2026-06-11T09:25:47.505" v="365" actId="1076"/>
          <ac:spMkLst>
            <pc:docMk/>
            <pc:sldMk cId="2417094112" sldId="268"/>
            <ac:spMk id="2" creationId="{EDA5AD9A-20CB-F622-8E0D-00ECE0E66CC3}"/>
          </ac:spMkLst>
        </pc:spChg>
        <pc:spChg chg="del">
          <ac:chgData name="Trong Truong" userId="1694e24681374e15" providerId="Windows Live" clId="Web-{8D1CA2F6-CDE5-424F-8B28-424E868232EE}" dt="2026-06-11T09:16:25.690" v="249"/>
          <ac:spMkLst>
            <pc:docMk/>
            <pc:sldMk cId="2417094112" sldId="268"/>
            <ac:spMk id="3" creationId="{72B9BA64-BB2E-EAA8-0FE8-91E421EBD3A9}"/>
          </ac:spMkLst>
        </pc:spChg>
      </pc:sldChg>
      <pc:sldChg chg="modSp add replId">
        <pc:chgData name="Trong Truong" userId="1694e24681374e15" providerId="Windows Live" clId="Web-{8D1CA2F6-CDE5-424F-8B28-424E868232EE}" dt="2026-06-11T11:07:16.739" v="559" actId="20577"/>
        <pc:sldMkLst>
          <pc:docMk/>
          <pc:sldMk cId="3363636672" sldId="269"/>
        </pc:sldMkLst>
        <pc:spChg chg="mod">
          <ac:chgData name="Trong Truong" userId="1694e24681374e15" providerId="Windows Live" clId="Web-{8D1CA2F6-CDE5-424F-8B28-424E868232EE}" dt="2026-06-11T10:24:14.498" v="466" actId="20577"/>
          <ac:spMkLst>
            <pc:docMk/>
            <pc:sldMk cId="3363636672" sldId="269"/>
            <ac:spMk id="2" creationId="{25684D41-F7E6-9C73-8C04-D9E239233426}"/>
          </ac:spMkLst>
        </pc:spChg>
        <pc:spChg chg="mod">
          <ac:chgData name="Trong Truong" userId="1694e24681374e15" providerId="Windows Live" clId="Web-{8D1CA2F6-CDE5-424F-8B28-424E868232EE}" dt="2026-06-11T11:07:16.739" v="559" actId="20577"/>
          <ac:spMkLst>
            <pc:docMk/>
            <pc:sldMk cId="3363636672" sldId="269"/>
            <ac:spMk id="3" creationId="{AD50D346-CC7B-AAD0-7972-32BBA74FC63E}"/>
          </ac:spMkLst>
        </pc:spChg>
      </pc:sldChg>
      <pc:sldChg chg="addSp delSp modSp add replId">
        <pc:chgData name="Trong Truong" userId="1694e24681374e15" providerId="Windows Live" clId="Web-{8D1CA2F6-CDE5-424F-8B28-424E868232EE}" dt="2026-06-11T10:41:58.206" v="541" actId="14100"/>
        <pc:sldMkLst>
          <pc:docMk/>
          <pc:sldMk cId="2696541859" sldId="270"/>
        </pc:sldMkLst>
        <pc:spChg chg="del">
          <ac:chgData name="Trong Truong" userId="1694e24681374e15" providerId="Windows Live" clId="Web-{8D1CA2F6-CDE5-424F-8B28-424E868232EE}" dt="2026-06-11T10:03:14.971" v="374"/>
          <ac:spMkLst>
            <pc:docMk/>
            <pc:sldMk cId="2696541859" sldId="270"/>
            <ac:spMk id="2" creationId="{5DB83989-345F-26BF-6F33-CA55570AE931}"/>
          </ac:spMkLst>
        </pc:spChg>
        <pc:spChg chg="mod">
          <ac:chgData name="Trong Truong" userId="1694e24681374e15" providerId="Windows Live" clId="Web-{8D1CA2F6-CDE5-424F-8B28-424E868232EE}" dt="2026-06-11T10:03:26.768" v="383" actId="20577"/>
          <ac:spMkLst>
            <pc:docMk/>
            <pc:sldMk cId="2696541859" sldId="270"/>
            <ac:spMk id="3" creationId="{E4836D01-DABA-F749-2EDA-AE6EBEA12C60}"/>
          </ac:spMkLst>
        </pc:spChg>
        <pc:spChg chg="add mod">
          <ac:chgData name="Trong Truong" userId="1694e24681374e15" providerId="Windows Live" clId="Web-{8D1CA2F6-CDE5-424F-8B28-424E868232EE}" dt="2026-06-11T10:03:14.971" v="374"/>
          <ac:spMkLst>
            <pc:docMk/>
            <pc:sldMk cId="2696541859" sldId="270"/>
            <ac:spMk id="6" creationId="{AE92180A-72B4-1B27-7151-45C731FCD8AC}"/>
          </ac:spMkLst>
        </pc:spChg>
        <pc:spChg chg="add mod">
          <ac:chgData name="Trong Truong" userId="1694e24681374e15" providerId="Windows Live" clId="Web-{8D1CA2F6-CDE5-424F-8B28-424E868232EE}" dt="2026-06-11T10:41:58.206" v="541" actId="14100"/>
          <ac:spMkLst>
            <pc:docMk/>
            <pc:sldMk cId="2696541859" sldId="270"/>
            <ac:spMk id="8" creationId="{9C0DB8D4-5608-FA5D-40F8-81A2494659AC}"/>
          </ac:spMkLst>
        </pc:spChg>
        <pc:picChg chg="mod">
          <ac:chgData name="Trong Truong" userId="1694e24681374e15" providerId="Windows Live" clId="Web-{8D1CA2F6-CDE5-424F-8B28-424E868232EE}" dt="2026-06-11T09:19:14.883" v="287" actId="1076"/>
          <ac:picMkLst>
            <pc:docMk/>
            <pc:sldMk cId="2696541859" sldId="270"/>
            <ac:picMk id="4" creationId="{391D25C7-5136-AEE8-2932-B4908281F823}"/>
          </ac:picMkLst>
        </pc:picChg>
      </pc:sldChg>
      <pc:sldChg chg="addSp delSp modSp add replId">
        <pc:chgData name="Trong Truong" userId="1694e24681374e15" providerId="Windows Live" clId="Web-{8D1CA2F6-CDE5-424F-8B28-424E868232EE}" dt="2026-06-11T10:03:07.283" v="373" actId="20577"/>
        <pc:sldMkLst>
          <pc:docMk/>
          <pc:sldMk cId="933814304" sldId="271"/>
        </pc:sldMkLst>
        <pc:spChg chg="mod">
          <ac:chgData name="Trong Truong" userId="1694e24681374e15" providerId="Windows Live" clId="Web-{8D1CA2F6-CDE5-424F-8B28-424E868232EE}" dt="2026-06-11T10:03:07.283" v="373" actId="20577"/>
          <ac:spMkLst>
            <pc:docMk/>
            <pc:sldMk cId="933814304" sldId="271"/>
            <ac:spMk id="2" creationId="{010867D4-73C4-4438-3F3B-13B11B25B2D5}"/>
          </ac:spMkLst>
        </pc:spChg>
        <pc:spChg chg="del">
          <ac:chgData name="Trong Truong" userId="1694e24681374e15" providerId="Windows Live" clId="Web-{8D1CA2F6-CDE5-424F-8B28-424E868232EE}" dt="2026-06-11T09:20:01.306" v="291"/>
          <ac:spMkLst>
            <pc:docMk/>
            <pc:sldMk cId="933814304" sldId="271"/>
            <ac:spMk id="3" creationId="{29B7A4FE-584A-F43F-C183-ADE8D45496C3}"/>
          </ac:spMkLst>
        </pc:spChg>
        <pc:picChg chg="add del mod">
          <ac:chgData name="Trong Truong" userId="1694e24681374e15" providerId="Windows Live" clId="Web-{8D1CA2F6-CDE5-424F-8B28-424E868232EE}" dt="2026-06-11T09:19:57.181" v="290"/>
          <ac:picMkLst>
            <pc:docMk/>
            <pc:sldMk cId="933814304" sldId="271"/>
            <ac:picMk id="4" creationId="{B28C9434-6E8A-6BD2-98B3-B77F3FD72892}"/>
          </ac:picMkLst>
        </pc:picChg>
        <pc:picChg chg="add mod">
          <ac:chgData name="Trong Truong" userId="1694e24681374e15" providerId="Windows Live" clId="Web-{8D1CA2F6-CDE5-424F-8B28-424E868232EE}" dt="2026-06-11T09:23:24.391" v="316" actId="1076"/>
          <ac:picMkLst>
            <pc:docMk/>
            <pc:sldMk cId="933814304" sldId="271"/>
            <ac:picMk id="5" creationId="{C7F95330-D622-F418-1298-18C280820AC9}"/>
          </ac:picMkLst>
        </pc:picChg>
        <pc:picChg chg="add del mod">
          <ac:chgData name="Trong Truong" userId="1694e24681374e15" providerId="Windows Live" clId="Web-{8D1CA2F6-CDE5-424F-8B28-424E868232EE}" dt="2026-06-11T09:21:23.137" v="301"/>
          <ac:picMkLst>
            <pc:docMk/>
            <pc:sldMk cId="933814304" sldId="271"/>
            <ac:picMk id="6" creationId="{7EC91CB9-A3A4-DB66-DB24-63F015DB5216}"/>
          </ac:picMkLst>
        </pc:picChg>
        <pc:picChg chg="add mod">
          <ac:chgData name="Trong Truong" userId="1694e24681374e15" providerId="Windows Live" clId="Web-{8D1CA2F6-CDE5-424F-8B28-424E868232EE}" dt="2026-06-11T09:23:26.407" v="317" actId="1076"/>
          <ac:picMkLst>
            <pc:docMk/>
            <pc:sldMk cId="933814304" sldId="271"/>
            <ac:picMk id="7" creationId="{9DA8BF67-4E19-8D4C-9D1E-E8A689627073}"/>
          </ac:picMkLst>
        </pc:picChg>
        <pc:picChg chg="add mod">
          <ac:chgData name="Trong Truong" userId="1694e24681374e15" providerId="Windows Live" clId="Web-{8D1CA2F6-CDE5-424F-8B28-424E868232EE}" dt="2026-06-11T09:23:20.141" v="315" actId="14100"/>
          <ac:picMkLst>
            <pc:docMk/>
            <pc:sldMk cId="933814304" sldId="271"/>
            <ac:picMk id="8" creationId="{F79B8C61-AEBD-6118-B1F6-5D32105003CB}"/>
          </ac:picMkLst>
        </pc:picChg>
      </pc:sldChg>
      <pc:sldChg chg="modSp add replId">
        <pc:chgData name="Trong Truong" userId="1694e24681374e15" providerId="Windows Live" clId="Web-{8D1CA2F6-CDE5-424F-8B28-424E868232EE}" dt="2026-06-11T10:24:18.748" v="468"/>
        <pc:sldMkLst>
          <pc:docMk/>
          <pc:sldMk cId="3285201680" sldId="272"/>
        </pc:sldMkLst>
        <pc:spChg chg="mod">
          <ac:chgData name="Trong Truong" userId="1694e24681374e15" providerId="Windows Live" clId="Web-{8D1CA2F6-CDE5-424F-8B28-424E868232EE}" dt="2026-06-11T10:24:18.748" v="468"/>
          <ac:spMkLst>
            <pc:docMk/>
            <pc:sldMk cId="3285201680" sldId="272"/>
            <ac:spMk id="2" creationId="{0EE1DC5E-808A-DBBC-7510-944CDA4DACE7}"/>
          </ac:spMkLst>
        </pc:spChg>
        <pc:spChg chg="mod">
          <ac:chgData name="Trong Truong" userId="1694e24681374e15" providerId="Windows Live" clId="Web-{8D1CA2F6-CDE5-424F-8B28-424E868232EE}" dt="2026-06-11T10:23:50.888" v="462" actId="20577"/>
          <ac:spMkLst>
            <pc:docMk/>
            <pc:sldMk cId="3285201680" sldId="272"/>
            <ac:spMk id="3" creationId="{E6FEEE21-EFB6-B8A3-465E-BF536FDC521B}"/>
          </ac:spMkLst>
        </pc:spChg>
      </pc:sldChg>
      <pc:sldChg chg="add replId">
        <pc:chgData name="Trong Truong" userId="1694e24681374e15" providerId="Windows Live" clId="Web-{8D1CA2F6-CDE5-424F-8B28-424E868232EE}" dt="2026-06-11T09:25:35.255" v="360"/>
        <pc:sldMkLst>
          <pc:docMk/>
          <pc:sldMk cId="3571344537" sldId="273"/>
        </pc:sldMkLst>
      </pc:sldChg>
      <pc:sldChg chg="addSp delSp modSp add replId">
        <pc:chgData name="Trong Truong" userId="1694e24681374e15" providerId="Windows Live" clId="Web-{8D1CA2F6-CDE5-424F-8B28-424E868232EE}" dt="2026-06-11T12:17:40.578" v="562" actId="1076"/>
        <pc:sldMkLst>
          <pc:docMk/>
          <pc:sldMk cId="3937578606" sldId="274"/>
        </pc:sldMkLst>
        <pc:spChg chg="add mod">
          <ac:chgData name="Trong Truong" userId="1694e24681374e15" providerId="Windows Live" clId="Web-{8D1CA2F6-CDE5-424F-8B28-424E868232EE}" dt="2026-06-11T12:17:40.578" v="562" actId="1076"/>
          <ac:spMkLst>
            <pc:docMk/>
            <pc:sldMk cId="3937578606" sldId="274"/>
            <ac:spMk id="9" creationId="{6E3FC841-E5B9-DF9D-828E-0A172B842168}"/>
          </ac:spMkLst>
        </pc:spChg>
        <pc:picChg chg="add del mod">
          <ac:chgData name="Trong Truong" userId="1694e24681374e15" providerId="Windows Live" clId="Web-{8D1CA2F6-CDE5-424F-8B28-424E868232EE}" dt="2026-06-11T10:39:39.076" v="515"/>
          <ac:picMkLst>
            <pc:docMk/>
            <pc:sldMk cId="3937578606" sldId="274"/>
            <ac:picMk id="3" creationId="{714193D5-BAE4-FBB0-1781-C0F4D491A7C9}"/>
          </ac:picMkLst>
        </pc:picChg>
        <pc:picChg chg="add mod">
          <ac:chgData name="Trong Truong" userId="1694e24681374e15" providerId="Windows Live" clId="Web-{8D1CA2F6-CDE5-424F-8B28-424E868232EE}" dt="2026-06-11T12:17:34.406" v="561" actId="1076"/>
          <ac:picMkLst>
            <pc:docMk/>
            <pc:sldMk cId="3937578606" sldId="274"/>
            <ac:picMk id="4" creationId="{513CD9A7-0A1D-CCEB-6A48-4811D82DAFFA}"/>
          </ac:picMkLst>
        </pc:picChg>
        <pc:picChg chg="del">
          <ac:chgData name="Trong Truong" userId="1694e24681374e15" providerId="Windows Live" clId="Web-{8D1CA2F6-CDE5-424F-8B28-424E868232EE}" dt="2026-06-11T10:35:19.786" v="511"/>
          <ac:picMkLst>
            <pc:docMk/>
            <pc:sldMk cId="3937578606" sldId="274"/>
            <ac:picMk id="5" creationId="{6DE4DCF3-953D-9D9E-BBF8-39F127DC2825}"/>
          </ac:picMkLst>
        </pc:picChg>
        <pc:picChg chg="del">
          <ac:chgData name="Trong Truong" userId="1694e24681374e15" providerId="Windows Live" clId="Web-{8D1CA2F6-CDE5-424F-8B28-424E868232EE}" dt="2026-06-11T10:35:21.161" v="513"/>
          <ac:picMkLst>
            <pc:docMk/>
            <pc:sldMk cId="3937578606" sldId="274"/>
            <ac:picMk id="7" creationId="{1DED1C16-7A0E-7DAF-D52A-5195EE7FF948}"/>
          </ac:picMkLst>
        </pc:picChg>
        <pc:picChg chg="del">
          <ac:chgData name="Trong Truong" userId="1694e24681374e15" providerId="Windows Live" clId="Web-{8D1CA2F6-CDE5-424F-8B28-424E868232EE}" dt="2026-06-11T10:35:20.568" v="512"/>
          <ac:picMkLst>
            <pc:docMk/>
            <pc:sldMk cId="3937578606" sldId="274"/>
            <ac:picMk id="8" creationId="{CF892546-0C83-9AA3-252E-747F977B91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D63C4-0799-4A2C-AD48-BC1ED3A02247}" type="datetimeFigureOut">
              <a:rPr lang="vi-VN" smtClean="0"/>
              <a:t>12/06/2026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BE50-8498-4475-931F-7BE761A788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33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;p66">
            <a:extLst>
              <a:ext uri="{FF2B5EF4-FFF2-40B4-BE49-F238E27FC236}">
                <a16:creationId xmlns:a16="http://schemas.microsoft.com/office/drawing/2014/main" id="{64DCE6E7-812F-42A0-6F71-EEFA7D1FEE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7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;p66">
            <a:extLst>
              <a:ext uri="{FF2B5EF4-FFF2-40B4-BE49-F238E27FC236}">
                <a16:creationId xmlns:a16="http://schemas.microsoft.com/office/drawing/2014/main" id="{896180DA-1E13-B450-0AFF-6B03106FB5AA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rPr>
              <a:t>Amazon Web Services, Inc. or its Affiliates. </a:t>
            </a:r>
            <a:endParaRPr sz="15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B2EC284-19D1-B707-7327-DDDC101D5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70358"/>
            <a:ext cx="3414713" cy="369332"/>
          </a:xfrm>
        </p:spPr>
        <p:txBody>
          <a:bodyPr/>
          <a:lstStyle>
            <a:lvl1pPr>
              <a:buNone/>
              <a:defRPr sz="20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Speaker name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34CEF89-D289-4DCE-277E-BC0B42660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35573"/>
            <a:ext cx="3414713" cy="313932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Job title</a:t>
            </a:r>
          </a:p>
        </p:txBody>
      </p:sp>
      <p:pic>
        <p:nvPicPr>
          <p:cNvPr id="11" name="Picture 10" descr="A black and white sign with white text  AI-generated content may be incorrect.">
            <a:extLst>
              <a:ext uri="{FF2B5EF4-FFF2-40B4-BE49-F238E27FC236}">
                <a16:creationId xmlns:a16="http://schemas.microsoft.com/office/drawing/2014/main" id="{01CA924C-5765-E9EA-F404-A026068E5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202BE2D-3C38-4219-E07B-F011AC806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42742"/>
            <a:ext cx="8401792" cy="840230"/>
          </a:xfrm>
        </p:spPr>
        <p:txBody>
          <a:bodyPr>
            <a:normAutofit/>
          </a:bodyPr>
          <a:lstStyle>
            <a:lvl1pPr>
              <a:buNone/>
              <a:defRPr sz="4800" b="1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Walk in slide</a:t>
            </a:r>
            <a:endParaRPr lang="en-VN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06E23E3-17D4-FAAA-7737-9C9DE7821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05489"/>
            <a:ext cx="2143496" cy="424732"/>
          </a:xfrm>
        </p:spPr>
        <p:txBody>
          <a:bodyPr/>
          <a:lstStyle>
            <a:lvl1pPr>
              <a:buNone/>
              <a:defRPr sz="2400" b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Week number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9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F1304-0D4C-4A06-CBE7-119A785AE423}"/>
              </a:ext>
            </a:extLst>
          </p:cNvPr>
          <p:cNvSpPr/>
          <p:nvPr userDrawn="1"/>
        </p:nvSpPr>
        <p:spPr>
          <a:xfrm>
            <a:off x="0" y="0"/>
            <a:ext cx="12100956" cy="6858000"/>
          </a:xfrm>
          <a:prstGeom prst="rect">
            <a:avLst/>
          </a:prstGeom>
          <a:solidFill>
            <a:srgbClr val="0804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 err="1"/>
          </a:p>
        </p:txBody>
      </p:sp>
      <p:sp>
        <p:nvSpPr>
          <p:cNvPr id="3" name="Google Shape;19;p66">
            <a:extLst>
              <a:ext uri="{FF2B5EF4-FFF2-40B4-BE49-F238E27FC236}">
                <a16:creationId xmlns:a16="http://schemas.microsoft.com/office/drawing/2014/main" id="{33A3DACA-925C-11D4-B418-DE25DAB9EE9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4" name="Picture 3" descr="A black and white sign with white text  AI-generated content may be incorrect.">
            <a:extLst>
              <a:ext uri="{FF2B5EF4-FFF2-40B4-BE49-F238E27FC236}">
                <a16:creationId xmlns:a16="http://schemas.microsoft.com/office/drawing/2014/main" id="{1A08F034-728C-83A4-E19E-83590BD4B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38F82F-7674-A892-F955-817697585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800" y="172800"/>
            <a:ext cx="11258550" cy="827827"/>
          </a:xfrm>
        </p:spPr>
        <p:txBody>
          <a:bodyPr>
            <a:noAutofit/>
          </a:bodyPr>
          <a:lstStyle>
            <a:lvl1pPr>
              <a:defRPr sz="2800" b="1" i="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/>
              <a:t>Slide title / Section name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87B56-D088-BF53-D4DB-56B8A0AED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11258550" cy="49276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8;p76">
            <a:extLst>
              <a:ext uri="{FF2B5EF4-FFF2-40B4-BE49-F238E27FC236}">
                <a16:creationId xmlns:a16="http://schemas.microsoft.com/office/drawing/2014/main" id="{E001CE48-199D-56A0-69D1-556D578CE7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;p66">
            <a:extLst>
              <a:ext uri="{FF2B5EF4-FFF2-40B4-BE49-F238E27FC236}">
                <a16:creationId xmlns:a16="http://schemas.microsoft.com/office/drawing/2014/main" id="{3F333B57-27F9-22F1-23EA-39219270A4D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10" name="Picture 9" descr="A black and white sign with white text  AI-generated content may be incorrect.">
            <a:extLst>
              <a:ext uri="{FF2B5EF4-FFF2-40B4-BE49-F238E27FC236}">
                <a16:creationId xmlns:a16="http://schemas.microsoft.com/office/drawing/2014/main" id="{129093AB-1582-1E20-7653-046307648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1" name="Google Shape;59;p76">
            <a:extLst>
              <a:ext uri="{FF2B5EF4-FFF2-40B4-BE49-F238E27FC236}">
                <a16:creationId xmlns:a16="http://schemas.microsoft.com/office/drawing/2014/main" id="{D491E884-C6E6-A451-C0C1-40CE734A462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60800" y="2836800"/>
            <a:ext cx="781990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3800" b="1" cap="none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 name</a:t>
            </a:r>
            <a:endParaRPr/>
          </a:p>
        </p:txBody>
      </p:sp>
      <p:sp>
        <p:nvSpPr>
          <p:cNvPr id="12" name="Google Shape;60;p76">
            <a:extLst>
              <a:ext uri="{FF2B5EF4-FFF2-40B4-BE49-F238E27FC236}">
                <a16:creationId xmlns:a16="http://schemas.microsoft.com/office/drawing/2014/main" id="{A15B343D-3356-673C-478B-D285C7C6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583375"/>
            <a:ext cx="6849533" cy="65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80985" lvl="0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2417">
                <a:solidFill>
                  <a:schemeClr val="bg1"/>
                </a:solidFill>
              </a:defRPr>
            </a:lvl1pPr>
            <a:lvl2pPr marL="761970" lvl="1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/>
            </a:lvl2pPr>
            <a:lvl3pPr marL="1142954" lvl="2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523939" lvl="3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1904924" lvl="4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285909" lvl="5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666893" lvl="6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047878" lvl="7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428863" lvl="8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907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3174-11D6-305C-16B3-9FE6251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AF2E4-A524-E5CC-E6BF-2494A73A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4A8B-4B1C-CF7F-DACB-BCF8E9A6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409C2-61C9-8D49-96BE-171968F58CAA}" type="datetimeFigureOut">
              <a:t>6/12/2026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F0A-28EC-1CFD-3A4A-EE4CC595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96A7-3B40-4EA5-804B-6583774A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5951-7675-3946-A94E-47A019A45A3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5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A62CE0-1D3C-61B1-94C0-D9E4F2701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Trong H. Truong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C980-5F37-EA89-A3CC-F9673454E1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544865"/>
            <a:ext cx="3786420" cy="3696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DevOps Engineer @ Endava Vietnam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C870-E730-C4F2-5629-85A7D7053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E0299-23CD-D17B-4AA6-C540133EA6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394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35DD-2F56-6BF3-C85C-440BB3AD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What does a DevOps Engineer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82642-3A22-5EFC-5095-405A45CB9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0365" indent="-189865"/>
            <a:r>
              <a:rPr lang="vi-VN" sz="3800" b="1">
                <a:latin typeface="Arial"/>
                <a:ea typeface="+mn-lt"/>
                <a:cs typeface="Arial"/>
              </a:rPr>
              <a:t>really do? </a:t>
            </a:r>
            <a:endParaRPr lang="vi-VN" sz="3800">
              <a:latin typeface="Arial"/>
              <a:ea typeface="+mn-lt"/>
              <a:cs typeface="Arial"/>
            </a:endParaRPr>
          </a:p>
          <a:p>
            <a:pPr marL="380365" indent="-189865"/>
            <a:endParaRPr lang="vi-VN" sz="2400" b="1" dirty="0">
              <a:latin typeface="Arial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358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F325-D1AD-7F74-118F-7C706B28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Why you interested in DevOps?</a:t>
            </a:r>
            <a:endParaRPr lang="en-US">
              <a:latin typeface="Amazon Emb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D4BC4-BA06-84FD-27FF-BE0EDE2A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6" y="1416993"/>
            <a:ext cx="5969761" cy="3774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47FACE-04D8-8682-A6CB-5B57C5698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925" y="1218244"/>
            <a:ext cx="5533488" cy="413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3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5B4-8FDD-7420-8A0B-6F001745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Hex">
            <a:extLst>
              <a:ext uri="{FF2B5EF4-FFF2-40B4-BE49-F238E27FC236}">
                <a16:creationId xmlns:a16="http://schemas.microsoft.com/office/drawing/2014/main" id="{4A85B552-5648-C5C9-8ECD-D12250088A18}"/>
              </a:ext>
            </a:extLst>
          </p:cNvPr>
          <p:cNvSpPr/>
          <p:nvPr/>
        </p:nvSpPr>
        <p:spPr>
          <a:xfrm>
            <a:off x="8175000" y="2638650"/>
            <a:ext cx="950000" cy="822700"/>
          </a:xfrm>
          <a:prstGeom prst="hexagon">
            <a:avLst/>
          </a:prstGeom>
          <a:solidFill>
            <a:srgbClr val="E97132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Hex">
            <a:extLst>
              <a:ext uri="{FF2B5EF4-FFF2-40B4-BE49-F238E27FC236}">
                <a16:creationId xmlns:a16="http://schemas.microsoft.com/office/drawing/2014/main" id="{8222C855-6AC9-E67B-851D-16E476FC3DA2}"/>
              </a:ext>
            </a:extLst>
          </p:cNvPr>
          <p:cNvSpPr/>
          <p:nvPr/>
        </p:nvSpPr>
        <p:spPr>
          <a:xfrm>
            <a:off x="8625000" y="3085450"/>
            <a:ext cx="1350000" cy="1169100"/>
          </a:xfrm>
          <a:prstGeom prst="hexagon">
            <a:avLst/>
          </a:prstGeom>
          <a:noFill/>
          <a:ln w="15875">
            <a:solidFill>
              <a:srgbClr val="0F9ED5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Hex">
            <a:extLst>
              <a:ext uri="{FF2B5EF4-FFF2-40B4-BE49-F238E27FC236}">
                <a16:creationId xmlns:a16="http://schemas.microsoft.com/office/drawing/2014/main" id="{15023258-A11E-015B-82ED-7E4362DBDC7E}"/>
              </a:ext>
            </a:extLst>
          </p:cNvPr>
          <p:cNvSpPr/>
          <p:nvPr/>
        </p:nvSpPr>
        <p:spPr>
          <a:xfrm>
            <a:off x="8040000" y="3918240"/>
            <a:ext cx="720000" cy="623520"/>
          </a:xfrm>
          <a:prstGeom prst="hexagon">
            <a:avLst/>
          </a:prstGeom>
          <a:noFill/>
          <a:ln w="15875">
            <a:solidFill>
              <a:srgbClr val="4EA72E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Hex">
            <a:extLst>
              <a:ext uri="{FF2B5EF4-FFF2-40B4-BE49-F238E27FC236}">
                <a16:creationId xmlns:a16="http://schemas.microsoft.com/office/drawing/2014/main" id="{EB0AD04A-4C9B-E5D0-BC16-B30867291BCF}"/>
              </a:ext>
            </a:extLst>
          </p:cNvPr>
          <p:cNvSpPr/>
          <p:nvPr/>
        </p:nvSpPr>
        <p:spPr>
          <a:xfrm>
            <a:off x="9740000" y="2504840"/>
            <a:ext cx="520000" cy="450320"/>
          </a:xfrm>
          <a:prstGeom prst="hexagon">
            <a:avLst/>
          </a:prstGeom>
          <a:solidFill>
            <a:srgbClr val="2E7CB8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019D0-0725-8E48-74AF-26B29C70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Why did I choose DevOps?</a:t>
            </a:r>
            <a:endParaRPr lang="en-US" dirty="0">
              <a:latin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255423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0498-500F-9043-F2BD-57E889EC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FF82-45DD-64CF-ABD4-A4CDA02B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Why did I choose DevOps?</a:t>
            </a:r>
            <a:endParaRPr lang="en-US"/>
          </a:p>
        </p:txBody>
      </p:sp>
      <p:pic>
        <p:nvPicPr>
          <p:cNvPr id="4" name="Picture 3" descr="A cartoon of a dinosaur  AI-generated content may be incorrect.">
            <a:extLst>
              <a:ext uri="{FF2B5EF4-FFF2-40B4-BE49-F238E27FC236}">
                <a16:creationId xmlns:a16="http://schemas.microsoft.com/office/drawing/2014/main" id="{82DFFEC3-6CB3-7555-7FD0-7F317848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602" y="444339"/>
            <a:ext cx="4846700" cy="5981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98B7FA-4D50-DAE8-8276-6BEBE945E256}"/>
              </a:ext>
            </a:extLst>
          </p:cNvPr>
          <p:cNvSpPr txBox="1"/>
          <p:nvPr/>
        </p:nvSpPr>
        <p:spPr>
          <a:xfrm>
            <a:off x="924560" y="146303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E861F09-D0CE-8466-F989-A0CB7FFDE0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3455670" cy="29565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mazon Ember"/>
              </a:rPr>
              <a:t>Actually... I didn't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519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EEC4-40BB-573E-EC56-6DDECC42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people think DevOps is </a:t>
            </a:r>
          </a:p>
        </p:txBody>
      </p:sp>
      <p:sp>
        <p:nvSpPr>
          <p:cNvPr id="91" name="Hex"/>
          <p:cNvSpPr/>
          <p:nvPr/>
        </p:nvSpPr>
        <p:spPr>
          <a:xfrm>
            <a:off x="460000" y="1217420"/>
            <a:ext cx="260000" cy="22516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"/>
          <p:cNvSpPr txBox="1"/>
          <p:nvPr/>
        </p:nvSpPr>
        <p:spPr>
          <a:xfrm>
            <a:off x="870000" y="1060000"/>
            <a:ext cx="4920000" cy="54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7132"/>
                </a:solidFill>
                <a:latin typeface="Amazon Ember"/>
                <a:cs typeface="Amazon Ember"/>
              </a:rPr>
              <a:t>Common JD needs</a:t>
            </a:r>
          </a:p>
        </p:txBody>
      </p:sp>
      <p:sp>
        <p:nvSpPr>
          <p:cNvPr id="93" name="Hex"/>
          <p:cNvSpPr/>
          <p:nvPr/>
        </p:nvSpPr>
        <p:spPr>
          <a:xfrm>
            <a:off x="6422000" y="1217420"/>
            <a:ext cx="260000" cy="225160"/>
          </a:xfrm>
          <a:prstGeom prst="hexagon">
            <a:avLst/>
          </a:prstGeom>
          <a:solidFill>
            <a:srgbClr val="0F9ED5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"/>
          <p:cNvSpPr txBox="1"/>
          <p:nvPr/>
        </p:nvSpPr>
        <p:spPr>
          <a:xfrm>
            <a:off x="6832000" y="1060000"/>
            <a:ext cx="4920000" cy="54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9ED5"/>
                </a:solidFill>
                <a:latin typeface="Amazon Ember"/>
                <a:cs typeface="Amazon Ember"/>
              </a:rPr>
              <a:t>DevOps is a…</a:t>
            </a:r>
          </a:p>
        </p:txBody>
      </p:sp>
      <p:sp>
        <p:nvSpPr>
          <p:cNvPr id="95" name="R"/>
          <p:cNvSpPr/>
          <p:nvPr/>
        </p:nvSpPr>
        <p:spPr>
          <a:xfrm>
            <a:off x="440000" y="1820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1A4E80">
              <a:alpha val="62000"/>
            </a:srgbClr>
          </a:solidFill>
          <a:ln w="6350">
            <a:solidFill>
              <a:srgbClr val="4E86BE">
                <a:alpha val="55000"/>
              </a:srgbClr>
            </a:solidFill>
          </a:ln>
          <a:effectLst>
            <a:outerShdw blurRad="90000" dist="22000" dir="5400000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Hex"/>
          <p:cNvSpPr/>
          <p:nvPr/>
        </p:nvSpPr>
        <p:spPr>
          <a:xfrm>
            <a:off x="620000" y="2048100"/>
            <a:ext cx="300000" cy="25980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"/>
          <p:cNvSpPr txBox="1"/>
          <p:nvPr/>
        </p:nvSpPr>
        <p:spPr>
          <a:xfrm>
            <a:off x="1090000" y="1820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E8E8"/>
                </a:solidFill>
                <a:latin typeface="Amazon Ember"/>
                <a:cs typeface="Amazon Ember"/>
              </a:rPr>
              <a:t>CI/CD pipelines</a:t>
            </a:r>
          </a:p>
        </p:txBody>
      </p:sp>
      <p:sp>
        <p:nvSpPr>
          <p:cNvPr id="98" name="R"/>
          <p:cNvSpPr/>
          <p:nvPr/>
        </p:nvSpPr>
        <p:spPr>
          <a:xfrm>
            <a:off x="440000" y="2656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1A4E80">
              <a:alpha val="62000"/>
            </a:srgbClr>
          </a:solidFill>
          <a:ln w="6350">
            <a:solidFill>
              <a:srgbClr val="4E86BE">
                <a:alpha val="55000"/>
              </a:srgbClr>
            </a:solidFill>
          </a:ln>
          <a:effectLst>
            <a:outerShdw blurRad="90000" dist="22000" dir="5400000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Hex"/>
          <p:cNvSpPr/>
          <p:nvPr/>
        </p:nvSpPr>
        <p:spPr>
          <a:xfrm>
            <a:off x="620000" y="2884100"/>
            <a:ext cx="300000" cy="25980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"/>
          <p:cNvSpPr txBox="1"/>
          <p:nvPr/>
        </p:nvSpPr>
        <p:spPr>
          <a:xfrm>
            <a:off x="1090000" y="2656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E8E8"/>
                </a:solidFill>
                <a:latin typeface="Amazon Ember"/>
                <a:cs typeface="Amazon Ember"/>
              </a:rPr>
              <a:t>IaC and Configuration Management</a:t>
            </a:r>
          </a:p>
        </p:txBody>
      </p:sp>
      <p:sp>
        <p:nvSpPr>
          <p:cNvPr id="101" name="R"/>
          <p:cNvSpPr/>
          <p:nvPr/>
        </p:nvSpPr>
        <p:spPr>
          <a:xfrm>
            <a:off x="440000" y="3492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1A4E80">
              <a:alpha val="62000"/>
            </a:srgbClr>
          </a:solidFill>
          <a:ln w="6350">
            <a:solidFill>
              <a:srgbClr val="4E86BE">
                <a:alpha val="55000"/>
              </a:srgbClr>
            </a:solidFill>
          </a:ln>
          <a:effectLst>
            <a:outerShdw blurRad="90000" dist="22000" dir="5400000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Hex"/>
          <p:cNvSpPr/>
          <p:nvPr/>
        </p:nvSpPr>
        <p:spPr>
          <a:xfrm>
            <a:off x="620000" y="3720100"/>
            <a:ext cx="300000" cy="25980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"/>
          <p:cNvSpPr txBox="1"/>
          <p:nvPr/>
        </p:nvSpPr>
        <p:spPr>
          <a:xfrm>
            <a:off x="1090000" y="3492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E8E8"/>
                </a:solidFill>
                <a:latin typeface="Amazon Ember"/>
                <a:cs typeface="Amazon Ember"/>
              </a:rPr>
              <a:t>Container and Orchestration (K8s)</a:t>
            </a:r>
          </a:p>
        </p:txBody>
      </p:sp>
      <p:sp>
        <p:nvSpPr>
          <p:cNvPr id="104" name="R"/>
          <p:cNvSpPr/>
          <p:nvPr/>
        </p:nvSpPr>
        <p:spPr>
          <a:xfrm>
            <a:off x="440000" y="4328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1A4E80">
              <a:alpha val="62000"/>
            </a:srgbClr>
          </a:solidFill>
          <a:ln w="6350">
            <a:solidFill>
              <a:srgbClr val="4E86BE">
                <a:alpha val="55000"/>
              </a:srgbClr>
            </a:solidFill>
          </a:ln>
          <a:effectLst>
            <a:outerShdw blurRad="90000" dist="22000" dir="5400000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Hex"/>
          <p:cNvSpPr/>
          <p:nvPr/>
        </p:nvSpPr>
        <p:spPr>
          <a:xfrm>
            <a:off x="620000" y="4556100"/>
            <a:ext cx="300000" cy="25980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"/>
          <p:cNvSpPr txBox="1"/>
          <p:nvPr/>
        </p:nvSpPr>
        <p:spPr>
          <a:xfrm>
            <a:off x="1090000" y="4328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E8E8"/>
                </a:solidFill>
                <a:latin typeface="Amazon Ember"/>
                <a:cs typeface="Amazon Ember"/>
              </a:rPr>
              <a:t>Cloud Providers (AWS, Azure)</a:t>
            </a:r>
          </a:p>
        </p:txBody>
      </p:sp>
      <p:sp>
        <p:nvSpPr>
          <p:cNvPr id="107" name="R"/>
          <p:cNvSpPr/>
          <p:nvPr/>
        </p:nvSpPr>
        <p:spPr>
          <a:xfrm>
            <a:off x="440000" y="5164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1A4E80">
              <a:alpha val="62000"/>
            </a:srgbClr>
          </a:solidFill>
          <a:ln w="6350">
            <a:solidFill>
              <a:srgbClr val="4E86BE">
                <a:alpha val="55000"/>
              </a:srgbClr>
            </a:solidFill>
          </a:ln>
          <a:effectLst>
            <a:outerShdw blurRad="90000" dist="22000" dir="5400000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Hex"/>
          <p:cNvSpPr/>
          <p:nvPr/>
        </p:nvSpPr>
        <p:spPr>
          <a:xfrm>
            <a:off x="620000" y="5392100"/>
            <a:ext cx="300000" cy="25980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"/>
          <p:cNvSpPr txBox="1"/>
          <p:nvPr/>
        </p:nvSpPr>
        <p:spPr>
          <a:xfrm>
            <a:off x="1090000" y="5164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E8E8"/>
                </a:solidFill>
                <a:latin typeface="Amazon Ember"/>
                <a:cs typeface="Amazon Ember"/>
              </a:rPr>
              <a:t>Logging and monitoring</a:t>
            </a:r>
          </a:p>
        </p:txBody>
      </p:sp>
      <p:sp>
        <p:nvSpPr>
          <p:cNvPr id="110" name="R"/>
          <p:cNvSpPr/>
          <p:nvPr/>
        </p:nvSpPr>
        <p:spPr>
          <a:xfrm>
            <a:off x="6402000" y="1820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0E2841">
              <a:alpha val="32000"/>
            </a:srgbClr>
          </a:solidFill>
          <a:ln w="9525">
            <a:solidFill>
              <a:srgbClr val="55708F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Hex"/>
          <p:cNvSpPr/>
          <p:nvPr/>
        </p:nvSpPr>
        <p:spPr>
          <a:xfrm>
            <a:off x="6582000" y="2048100"/>
            <a:ext cx="300000" cy="259800"/>
          </a:xfrm>
          <a:prstGeom prst="hexagon">
            <a:avLst/>
          </a:prstGeom>
          <a:noFill/>
          <a:ln w="15875">
            <a:solidFill>
              <a:srgbClr val="0F9ED5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T"/>
          <p:cNvSpPr txBox="1"/>
          <p:nvPr/>
        </p:nvSpPr>
        <p:spPr>
          <a:xfrm>
            <a:off x="7052000" y="1820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D4DF"/>
                </a:solidFill>
                <a:latin typeface="Amazon Ember"/>
                <a:cs typeface="Amazon Ember"/>
              </a:rPr>
              <a:t>person who writes CI/CD pipelines</a:t>
            </a:r>
          </a:p>
        </p:txBody>
      </p:sp>
      <p:sp>
        <p:nvSpPr>
          <p:cNvPr id="113" name="R"/>
          <p:cNvSpPr/>
          <p:nvPr/>
        </p:nvSpPr>
        <p:spPr>
          <a:xfrm>
            <a:off x="6402000" y="2656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0E2841">
              <a:alpha val="32000"/>
            </a:srgbClr>
          </a:solidFill>
          <a:ln w="9525">
            <a:solidFill>
              <a:srgbClr val="55708F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Hex"/>
          <p:cNvSpPr/>
          <p:nvPr/>
        </p:nvSpPr>
        <p:spPr>
          <a:xfrm>
            <a:off x="6582000" y="2884100"/>
            <a:ext cx="300000" cy="259800"/>
          </a:xfrm>
          <a:prstGeom prst="hexagon">
            <a:avLst/>
          </a:prstGeom>
          <a:noFill/>
          <a:ln w="15875">
            <a:solidFill>
              <a:srgbClr val="0F9ED5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T"/>
          <p:cNvSpPr txBox="1"/>
          <p:nvPr/>
        </p:nvSpPr>
        <p:spPr>
          <a:xfrm>
            <a:off x="7052000" y="2656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D4DF"/>
                </a:solidFill>
                <a:latin typeface="Amazon Ember"/>
                <a:cs typeface="Amazon Ember"/>
              </a:rPr>
              <a:t>Docker/Kubernetes person</a:t>
            </a:r>
          </a:p>
        </p:txBody>
      </p:sp>
      <p:sp>
        <p:nvSpPr>
          <p:cNvPr id="116" name="R"/>
          <p:cNvSpPr/>
          <p:nvPr/>
        </p:nvSpPr>
        <p:spPr>
          <a:xfrm>
            <a:off x="6402000" y="3492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0E2841">
              <a:alpha val="32000"/>
            </a:srgbClr>
          </a:solidFill>
          <a:ln w="9525">
            <a:solidFill>
              <a:srgbClr val="55708F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Hex"/>
          <p:cNvSpPr/>
          <p:nvPr/>
        </p:nvSpPr>
        <p:spPr>
          <a:xfrm>
            <a:off x="6582000" y="3720100"/>
            <a:ext cx="300000" cy="259800"/>
          </a:xfrm>
          <a:prstGeom prst="hexagon">
            <a:avLst/>
          </a:prstGeom>
          <a:noFill/>
          <a:ln w="15875">
            <a:solidFill>
              <a:srgbClr val="0F9ED5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"/>
          <p:cNvSpPr txBox="1"/>
          <p:nvPr/>
        </p:nvSpPr>
        <p:spPr>
          <a:xfrm>
            <a:off x="7052000" y="3492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D4DF"/>
                </a:solidFill>
                <a:latin typeface="Amazon Ember"/>
                <a:cs typeface="Amazon Ember"/>
              </a:rPr>
              <a:t>cloud engineer/platform engineer</a:t>
            </a:r>
          </a:p>
        </p:txBody>
      </p:sp>
      <p:sp>
        <p:nvSpPr>
          <p:cNvPr id="119" name="R"/>
          <p:cNvSpPr/>
          <p:nvPr/>
        </p:nvSpPr>
        <p:spPr>
          <a:xfrm>
            <a:off x="6402000" y="4328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0E2841">
              <a:alpha val="32000"/>
            </a:srgbClr>
          </a:solidFill>
          <a:ln w="9525">
            <a:solidFill>
              <a:srgbClr val="55708F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Hex"/>
          <p:cNvSpPr/>
          <p:nvPr/>
        </p:nvSpPr>
        <p:spPr>
          <a:xfrm>
            <a:off x="6582000" y="4556100"/>
            <a:ext cx="300000" cy="259800"/>
          </a:xfrm>
          <a:prstGeom prst="hexagon">
            <a:avLst/>
          </a:prstGeom>
          <a:noFill/>
          <a:ln w="15875">
            <a:solidFill>
              <a:srgbClr val="0F9ED5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"/>
          <p:cNvSpPr txBox="1"/>
          <p:nvPr/>
        </p:nvSpPr>
        <p:spPr>
          <a:xfrm>
            <a:off x="7052000" y="4328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D4DF"/>
                </a:solidFill>
                <a:latin typeface="Amazon Ember"/>
                <a:cs typeface="Amazon Ember"/>
              </a:rPr>
              <a:t>the person who deploys code</a:t>
            </a:r>
          </a:p>
        </p:txBody>
      </p:sp>
      <p:sp>
        <p:nvSpPr>
          <p:cNvPr id="122" name="R"/>
          <p:cNvSpPr/>
          <p:nvPr/>
        </p:nvSpPr>
        <p:spPr>
          <a:xfrm>
            <a:off x="6402000" y="5164000"/>
            <a:ext cx="5350000" cy="716000"/>
          </a:xfrm>
          <a:prstGeom prst="roundRect">
            <a:avLst>
              <a:gd name="adj" fmla="val 5500"/>
            </a:avLst>
          </a:prstGeom>
          <a:solidFill>
            <a:srgbClr val="0E2841">
              <a:alpha val="32000"/>
            </a:srgbClr>
          </a:solidFill>
          <a:ln w="9525">
            <a:solidFill>
              <a:srgbClr val="55708F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Hex"/>
          <p:cNvSpPr/>
          <p:nvPr/>
        </p:nvSpPr>
        <p:spPr>
          <a:xfrm>
            <a:off x="6582000" y="5392100"/>
            <a:ext cx="300000" cy="259800"/>
          </a:xfrm>
          <a:prstGeom prst="hexagon">
            <a:avLst/>
          </a:prstGeom>
          <a:noFill/>
          <a:ln w="15875">
            <a:solidFill>
              <a:srgbClr val="0F9ED5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"/>
          <p:cNvSpPr txBox="1"/>
          <p:nvPr/>
        </p:nvSpPr>
        <p:spPr>
          <a:xfrm>
            <a:off x="7052000" y="5164000"/>
            <a:ext cx="4550000" cy="716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D4DF"/>
                </a:solidFill>
                <a:latin typeface="Amazon Ember"/>
                <a:cs typeface="Amazon Ember"/>
              </a:rPr>
              <a:t>the person who fixes production at midnight</a:t>
            </a:r>
          </a:p>
        </p:txBody>
      </p:sp>
      <p:sp>
        <p:nvSpPr>
          <p:cNvPr id="125" name="Hex"/>
          <p:cNvSpPr/>
          <p:nvPr/>
        </p:nvSpPr>
        <p:spPr>
          <a:xfrm>
            <a:off x="5960000" y="2888175"/>
            <a:ext cx="300000" cy="259800"/>
          </a:xfrm>
          <a:prstGeom prst="hexagon">
            <a:avLst/>
          </a:prstGeom>
          <a:noFill/>
          <a:ln w="15875">
            <a:solidFill>
              <a:srgbClr val="E97132">
                <a:alpha val="6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Hex"/>
          <p:cNvSpPr/>
          <p:nvPr/>
        </p:nvSpPr>
        <p:spPr>
          <a:xfrm>
            <a:off x="5930000" y="3682195"/>
            <a:ext cx="360000" cy="311760"/>
          </a:xfrm>
          <a:prstGeom prst="hexagon">
            <a:avLst/>
          </a:prstGeom>
          <a:solidFill>
            <a:srgbClr val="0F9ED5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Hex"/>
          <p:cNvSpPr/>
          <p:nvPr/>
        </p:nvSpPr>
        <p:spPr>
          <a:xfrm>
            <a:off x="5960000" y="4528175"/>
            <a:ext cx="300000" cy="259800"/>
          </a:xfrm>
          <a:prstGeom prst="hexagon">
            <a:avLst/>
          </a:prstGeom>
          <a:noFill/>
          <a:ln w="15875">
            <a:solidFill>
              <a:srgbClr val="4EA72E">
                <a:alpha val="65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2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F0F99-C9FC-8108-B98F-5BE434A0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5D73-7AE3-23E5-1C44-A706617A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What DevOps really does in real life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08DA12-6EB1-7A79-853D-0D8A2AD3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With Great Power Comes Great Responsibility | Camelia Lai | Professional  Portfolio">
            <a:extLst>
              <a:ext uri="{FF2B5EF4-FFF2-40B4-BE49-F238E27FC236}">
                <a16:creationId xmlns:a16="http://schemas.microsoft.com/office/drawing/2014/main" id="{56D89050-0618-F5EF-5678-6DDCD62F5B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23" b="-299"/>
          <a:stretch>
            <a:fillRect/>
          </a:stretch>
        </p:blipFill>
        <p:spPr>
          <a:xfrm>
            <a:off x="2798762" y="1251268"/>
            <a:ext cx="6563996" cy="492444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21F5C92-DF2E-5597-31C7-86E022D00506}"/>
              </a:ext>
            </a:extLst>
          </p:cNvPr>
          <p:cNvSpPr txBox="1">
            <a:spLocks/>
          </p:cNvSpPr>
          <p:nvPr/>
        </p:nvSpPr>
        <p:spPr>
          <a:xfrm>
            <a:off x="6586166" y="6183600"/>
            <a:ext cx="4227553" cy="2090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latin typeface="Amazon Ember"/>
              </a:rPr>
              <a:t>https://camelial.github.io/essays/spiderman.html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3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E0FF-2C68-1E44-997C-C0E09412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50F8-ED2D-5554-17C6-47C4391A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What DevOps really does in real life </a:t>
            </a:r>
            <a:endParaRPr lang="en-US" dirty="0"/>
          </a:p>
        </p:txBody>
      </p:sp>
      <p:sp>
        <p:nvSpPr>
          <p:cNvPr id="99" name="Hex"/>
          <p:cNvSpPr/>
          <p:nvPr/>
        </p:nvSpPr>
        <p:spPr>
          <a:xfrm>
            <a:off x="10519350" y="5379450"/>
            <a:ext cx="900000" cy="779400"/>
          </a:xfrm>
          <a:prstGeom prst="hexagon">
            <a:avLst/>
          </a:prstGeom>
          <a:noFill/>
          <a:ln w="15875">
            <a:solidFill>
              <a:srgbClr val="4EA72E">
                <a:alpha val="4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Hex"/>
          <p:cNvSpPr/>
          <p:nvPr/>
        </p:nvSpPr>
        <p:spPr>
          <a:xfrm>
            <a:off x="11439350" y="5926670"/>
            <a:ext cx="560000" cy="484960"/>
          </a:xfrm>
          <a:prstGeom prst="hexagon">
            <a:avLst/>
          </a:prstGeom>
          <a:solidFill>
            <a:srgbClr val="A02B93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39BF99-501C-7080-637A-4A47E5C87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02" y="1000627"/>
            <a:ext cx="8649398" cy="483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07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C409-3C5E-7B2F-52AC-14532761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0647-81F2-8AD3-333B-857D3B02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What DevOps really does in real life </a:t>
            </a:r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2D202D6-8FF7-F22D-A4E4-221BB561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5" y="1116818"/>
            <a:ext cx="10340550" cy="483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1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610B-AA3E-7507-D007-75A455D7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67D4-73C4-4438-3F3B-13B11B25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What should you learn first?</a:t>
            </a:r>
            <a:endParaRPr lang="vi-VN" b="0">
              <a:solidFill>
                <a:srgbClr val="000000"/>
              </a:solidFill>
            </a:endParaRPr>
          </a:p>
        </p:txBody>
      </p:sp>
      <p:pic>
        <p:nvPicPr>
          <p:cNvPr id="5" name="Picture 4" descr="File:Claude-ai-icon.svg - Wikimedia Commons">
            <a:extLst>
              <a:ext uri="{FF2B5EF4-FFF2-40B4-BE49-F238E27FC236}">
                <a16:creationId xmlns:a16="http://schemas.microsoft.com/office/drawing/2014/main" id="{C7F95330-D622-F418-1298-18C28082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73" y="2397760"/>
            <a:ext cx="1593335" cy="1564640"/>
          </a:xfrm>
          <a:prstGeom prst="rect">
            <a:avLst/>
          </a:prstGeom>
        </p:spPr>
      </p:pic>
      <p:pic>
        <p:nvPicPr>
          <p:cNvPr id="7" name="Picture 6" descr="File:DeepSeek-icon.svg - Wikimedia Commons">
            <a:extLst>
              <a:ext uri="{FF2B5EF4-FFF2-40B4-BE49-F238E27FC236}">
                <a16:creationId xmlns:a16="http://schemas.microsoft.com/office/drawing/2014/main" id="{9DA8BF67-4E19-8D4C-9D1E-E8A68962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253" y="2032000"/>
            <a:ext cx="2314695" cy="2296160"/>
          </a:xfrm>
          <a:prstGeom prst="rect">
            <a:avLst/>
          </a:prstGeom>
        </p:spPr>
      </p:pic>
      <p:pic>
        <p:nvPicPr>
          <p:cNvPr id="8" name="Picture 7" descr="Tập tin:ChatGPT logo.svg – Wikipedia tiếng Việt">
            <a:extLst>
              <a:ext uri="{FF2B5EF4-FFF2-40B4-BE49-F238E27FC236}">
                <a16:creationId xmlns:a16="http://schemas.microsoft.com/office/drawing/2014/main" id="{F79B8C61-AEBD-6118-B1F6-5D3210500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871" y="2397760"/>
            <a:ext cx="1595120" cy="156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1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1DEC-0906-3C4D-56A9-AAC6F985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B4144-7023-D7F7-5D35-8F18AC00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What should you learn first?</a:t>
            </a:r>
            <a:endParaRPr lang="vi-VN" b="0">
              <a:solidFill>
                <a:srgbClr val="000000"/>
              </a:solidFill>
            </a:endParaRPr>
          </a:p>
        </p:txBody>
      </p:sp>
      <p:pic>
        <p:nvPicPr>
          <p:cNvPr id="4" name="Picture 3" descr="A cow sitting at a desk with a computer  AI-generated content may be incorrect.">
            <a:extLst>
              <a:ext uri="{FF2B5EF4-FFF2-40B4-BE49-F238E27FC236}">
                <a16:creationId xmlns:a16="http://schemas.microsoft.com/office/drawing/2014/main" id="{513CD9A7-0A1D-CCEB-6A48-4811D82D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940" y="1611600"/>
            <a:ext cx="4622765" cy="339317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3FC841-E5B9-DF9D-828E-0A172B842168}"/>
              </a:ext>
            </a:extLst>
          </p:cNvPr>
          <p:cNvSpPr txBox="1">
            <a:spLocks/>
          </p:cNvSpPr>
          <p:nvPr/>
        </p:nvSpPr>
        <p:spPr>
          <a:xfrm>
            <a:off x="998165" y="5004778"/>
            <a:ext cx="4721363" cy="2496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https://www.reddit.com/r/ProgrammerHumor/comments/11li031/ai_will_replace_us/</a:t>
            </a:r>
          </a:p>
        </p:txBody>
      </p:sp>
      <p:pic>
        <p:nvPicPr>
          <p:cNvPr id="1026" name="Picture 2" descr="r/ProgrammerHumor - Ai wIlL rEpLaCe Us">
            <a:extLst>
              <a:ext uri="{FF2B5EF4-FFF2-40B4-BE49-F238E27FC236}">
                <a16:creationId xmlns:a16="http://schemas.microsoft.com/office/drawing/2014/main" id="{42E70C15-943E-75DB-6C7C-8144EB747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11" y="1611599"/>
            <a:ext cx="5340272" cy="339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160080-48EA-5BD4-D432-5F1B272DE71E}"/>
              </a:ext>
            </a:extLst>
          </p:cNvPr>
          <p:cNvSpPr txBox="1">
            <a:spLocks/>
          </p:cNvSpPr>
          <p:nvPr/>
        </p:nvSpPr>
        <p:spPr>
          <a:xfrm>
            <a:off x="7451798" y="5004778"/>
            <a:ext cx="4125953" cy="2496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latin typeface="Amazon Ember"/>
              </a:rPr>
              <a:t>https://www.threads.com/@22th100/post/DQO3VsJElOT/media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393757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A72A-3CAF-F3E4-A155-FC4FDA13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36D01-DABA-F749-2EDA-AE6EBEA12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3059640" cy="49276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92180A-72B4-1B27-7151-45C731FC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DevOps tool landscape</a:t>
            </a:r>
            <a:br>
              <a:rPr lang="vi-VN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85DAC-D8EB-F53F-F4FA-EAB6BE34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577" y="829857"/>
            <a:ext cx="9544809" cy="537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41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F586-2934-DE73-CA9D-D5DD6C59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4D41-F7E6-9C73-8C04-D9E23923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What should you learn first?</a:t>
            </a:r>
            <a:endParaRPr lang="vi-VN" b="0">
              <a:solidFill>
                <a:srgbClr val="000000"/>
              </a:solidFill>
            </a:endParaRPr>
          </a:p>
        </p:txBody>
      </p:sp>
      <p:sp>
        <p:nvSpPr>
          <p:cNvPr id="92" name="Hex"/>
          <p:cNvSpPr/>
          <p:nvPr/>
        </p:nvSpPr>
        <p:spPr>
          <a:xfrm>
            <a:off x="640000" y="1263554"/>
            <a:ext cx="360000" cy="311760"/>
          </a:xfrm>
          <a:prstGeom prst="hexagon">
            <a:avLst/>
          </a:prstGeom>
          <a:solidFill>
            <a:srgbClr val="4EA72E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"/>
          <p:cNvSpPr txBox="1"/>
          <p:nvPr/>
        </p:nvSpPr>
        <p:spPr>
          <a:xfrm>
            <a:off x="1180000" y="1179434"/>
            <a:ext cx="10400000" cy="48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EA72E"/>
                </a:solidFill>
                <a:latin typeface="Amazon Ember"/>
                <a:cs typeface="Amazon Ember"/>
              </a:rPr>
              <a:t>Fundamentals</a:t>
            </a:r>
          </a:p>
        </p:txBody>
      </p:sp>
      <p:sp>
        <p:nvSpPr>
          <p:cNvPr id="94" name="T"/>
          <p:cNvSpPr txBox="1"/>
          <p:nvPr/>
        </p:nvSpPr>
        <p:spPr>
          <a:xfrm>
            <a:off x="1180000" y="1639434"/>
            <a:ext cx="10400000" cy="188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228600" indent="-228600" algn="l">
              <a:spcBef>
                <a:spcPts val="500"/>
              </a:spcBef>
              <a:buClr>
                <a:srgbClr val="4EA72E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Linux</a:t>
            </a:r>
          </a:p>
          <a:p>
            <a:pPr marL="228600" indent="-228600" algn="l">
              <a:spcBef>
                <a:spcPts val="500"/>
              </a:spcBef>
              <a:buClr>
                <a:srgbClr val="4EA72E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Networking basics</a:t>
            </a:r>
          </a:p>
          <a:p>
            <a:pPr marL="228600" indent="-228600" algn="l">
              <a:spcBef>
                <a:spcPts val="500"/>
              </a:spcBef>
              <a:buClr>
                <a:srgbClr val="4EA72E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Programming language: Python, Golang</a:t>
            </a:r>
          </a:p>
          <a:p>
            <a:pPr marL="228600" indent="-228600" algn="l">
              <a:spcBef>
                <a:spcPts val="500"/>
              </a:spcBef>
              <a:buClr>
                <a:srgbClr val="4EA72E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Git and CI/CD</a:t>
            </a:r>
          </a:p>
          <a:p>
            <a:pPr marL="228600" indent="-228600" algn="l">
              <a:spcBef>
                <a:spcPts val="500"/>
              </a:spcBef>
              <a:buClr>
                <a:srgbClr val="4EA72E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Containers</a:t>
            </a:r>
          </a:p>
        </p:txBody>
      </p:sp>
      <p:sp>
        <p:nvSpPr>
          <p:cNvPr id="96" name="Hex"/>
          <p:cNvSpPr/>
          <p:nvPr/>
        </p:nvSpPr>
        <p:spPr>
          <a:xfrm>
            <a:off x="640000" y="3725515"/>
            <a:ext cx="360000" cy="311760"/>
          </a:xfrm>
          <a:prstGeom prst="hexagon">
            <a:avLst/>
          </a:prstGeom>
          <a:solidFill>
            <a:srgbClr val="0F9ED5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"/>
          <p:cNvSpPr txBox="1"/>
          <p:nvPr/>
        </p:nvSpPr>
        <p:spPr>
          <a:xfrm>
            <a:off x="1180000" y="3641395"/>
            <a:ext cx="10400000" cy="48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9ED5"/>
                </a:solidFill>
                <a:latin typeface="Amazon Ember"/>
                <a:cs typeface="Amazon Ember"/>
              </a:rPr>
              <a:t>Understand how applications run</a:t>
            </a:r>
          </a:p>
        </p:txBody>
      </p:sp>
      <p:sp>
        <p:nvSpPr>
          <p:cNvPr id="98" name="T"/>
          <p:cNvSpPr txBox="1"/>
          <p:nvPr/>
        </p:nvSpPr>
        <p:spPr>
          <a:xfrm>
            <a:off x="1180000" y="4101395"/>
            <a:ext cx="10400000" cy="30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228600" indent="-228600" algn="l">
              <a:spcBef>
                <a:spcPts val="500"/>
              </a:spcBef>
              <a:buClr>
                <a:srgbClr val="0F9ED5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Build, test, deploy, logs, configuration, environment variables.</a:t>
            </a:r>
          </a:p>
        </p:txBody>
      </p:sp>
      <p:sp>
        <p:nvSpPr>
          <p:cNvPr id="100" name="Hex"/>
          <p:cNvSpPr/>
          <p:nvPr/>
        </p:nvSpPr>
        <p:spPr>
          <a:xfrm>
            <a:off x="640000" y="4918566"/>
            <a:ext cx="360000" cy="31176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"/>
          <p:cNvSpPr txBox="1"/>
          <p:nvPr/>
        </p:nvSpPr>
        <p:spPr>
          <a:xfrm>
            <a:off x="1180000" y="4834446"/>
            <a:ext cx="10400000" cy="48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97132"/>
                </a:solidFill>
                <a:latin typeface="Amazon Ember"/>
                <a:cs typeface="Amazon Ember"/>
              </a:rPr>
              <a:t>Build small projects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180000" y="5294446"/>
            <a:ext cx="10400000" cy="30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228600" indent="-228600" algn="l">
              <a:spcBef>
                <a:spcPts val="500"/>
              </a:spcBef>
              <a:buClr>
                <a:srgbClr val="E97132"/>
              </a:buClr>
              <a:buFont typeface="Arial"/>
              <a:buChar char="▪"/>
            </a:pPr>
            <a:r>
              <a:rPr lang="en-US" sz="1700" dirty="0">
                <a:solidFill>
                  <a:srgbClr val="E8E8E8"/>
                </a:solidFill>
                <a:latin typeface="Amazon Ember"/>
                <a:cs typeface="Amazon Ember"/>
              </a:rPr>
              <a:t>Deploy a simple app, automate something, monitor it, break it, fix it.</a:t>
            </a:r>
          </a:p>
        </p:txBody>
      </p:sp>
    </p:spTree>
    <p:extLst>
      <p:ext uri="{BB962C8B-B14F-4D97-AF65-F5344CB8AC3E}">
        <p14:creationId xmlns:p14="http://schemas.microsoft.com/office/powerpoint/2010/main" val="336363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DBD3C-6CE1-DA40-299A-FD64DDEE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DC5E-808A-DBBC-7510-944CDA4D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Things I learned the hard way</a:t>
            </a:r>
            <a:endParaRPr lang="en-US"/>
          </a:p>
        </p:txBody>
      </p:sp>
      <p:sp>
        <p:nvSpPr>
          <p:cNvPr id="104" name="Hex"/>
          <p:cNvSpPr/>
          <p:nvPr/>
        </p:nvSpPr>
        <p:spPr>
          <a:xfrm>
            <a:off x="11291200" y="428164"/>
            <a:ext cx="520000" cy="450320"/>
          </a:xfrm>
          <a:prstGeom prst="hexagon">
            <a:avLst/>
          </a:prstGeom>
          <a:solidFill>
            <a:srgbClr val="A02B93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Hex"/>
          <p:cNvSpPr/>
          <p:nvPr/>
        </p:nvSpPr>
        <p:spPr>
          <a:xfrm>
            <a:off x="11021200" y="623424"/>
            <a:ext cx="300000" cy="259800"/>
          </a:xfrm>
          <a:prstGeom prst="hexagon">
            <a:avLst/>
          </a:prstGeom>
          <a:noFill/>
          <a:ln w="15875">
            <a:solidFill>
              <a:srgbClr val="0F9ED5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R"/>
          <p:cNvSpPr/>
          <p:nvPr/>
        </p:nvSpPr>
        <p:spPr>
          <a:xfrm>
            <a:off x="460800" y="1291400"/>
            <a:ext cx="11270400" cy="840000"/>
          </a:xfrm>
          <a:prstGeom prst="roundRect">
            <a:avLst>
              <a:gd name="adj" fmla="val 4000"/>
            </a:avLst>
          </a:prstGeom>
          <a:solidFill>
            <a:srgbClr val="1C4A78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Hex"/>
          <p:cNvSpPr/>
          <p:nvPr/>
        </p:nvSpPr>
        <p:spPr>
          <a:xfrm>
            <a:off x="590800" y="1512220"/>
            <a:ext cx="460000" cy="39836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"/>
          <p:cNvSpPr txBox="1"/>
          <p:nvPr/>
        </p:nvSpPr>
        <p:spPr>
          <a:xfrm>
            <a:off x="1280800" y="1251400"/>
            <a:ext cx="10270400" cy="92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Copying commands is not the same as understanding</a:t>
            </a:r>
          </a:p>
        </p:txBody>
      </p:sp>
      <p:sp>
        <p:nvSpPr>
          <p:cNvPr id="94" name="Hex"/>
          <p:cNvSpPr/>
          <p:nvPr/>
        </p:nvSpPr>
        <p:spPr>
          <a:xfrm>
            <a:off x="590800" y="2432220"/>
            <a:ext cx="460000" cy="398360"/>
          </a:xfrm>
          <a:prstGeom prst="hexagon">
            <a:avLst/>
          </a:prstGeom>
          <a:solidFill>
            <a:srgbClr val="0F9ED5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T"/>
          <p:cNvSpPr txBox="1"/>
          <p:nvPr/>
        </p:nvSpPr>
        <p:spPr>
          <a:xfrm>
            <a:off x="1280800" y="2171400"/>
            <a:ext cx="10270400" cy="92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Learn to identify the real owner of the problem</a:t>
            </a:r>
          </a:p>
        </p:txBody>
      </p:sp>
      <p:sp>
        <p:nvSpPr>
          <p:cNvPr id="96" name="R"/>
          <p:cNvSpPr/>
          <p:nvPr/>
        </p:nvSpPr>
        <p:spPr>
          <a:xfrm>
            <a:off x="460800" y="3360000"/>
            <a:ext cx="11270400" cy="840000"/>
          </a:xfrm>
          <a:prstGeom prst="roundRect">
            <a:avLst>
              <a:gd name="adj" fmla="val 4000"/>
            </a:avLst>
          </a:prstGeom>
          <a:solidFill>
            <a:srgbClr val="1C4A78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Hex"/>
          <p:cNvSpPr/>
          <p:nvPr/>
        </p:nvSpPr>
        <p:spPr>
          <a:xfrm>
            <a:off x="590800" y="3352220"/>
            <a:ext cx="460000" cy="398360"/>
          </a:xfrm>
          <a:prstGeom prst="hexagon">
            <a:avLst/>
          </a:prstGeom>
          <a:solidFill>
            <a:srgbClr val="4EA72E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T"/>
          <p:cNvSpPr txBox="1"/>
          <p:nvPr/>
        </p:nvSpPr>
        <p:spPr>
          <a:xfrm>
            <a:off x="1280800" y="3091400"/>
            <a:ext cx="10270400" cy="92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Learned to ask “why” before “how”</a:t>
            </a:r>
          </a:p>
        </p:txBody>
      </p:sp>
      <p:sp>
        <p:nvSpPr>
          <p:cNvPr id="99" name="Hex"/>
          <p:cNvSpPr/>
          <p:nvPr/>
        </p:nvSpPr>
        <p:spPr>
          <a:xfrm>
            <a:off x="590800" y="4272220"/>
            <a:ext cx="460000" cy="398360"/>
          </a:xfrm>
          <a:prstGeom prst="hexagon">
            <a:avLst/>
          </a:prstGeom>
          <a:solidFill>
            <a:srgbClr val="2E7CB8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"/>
          <p:cNvSpPr txBox="1"/>
          <p:nvPr/>
        </p:nvSpPr>
        <p:spPr>
          <a:xfrm>
            <a:off x="1280800" y="4011400"/>
            <a:ext cx="10270400" cy="92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Communication is part of the job</a:t>
            </a:r>
          </a:p>
        </p:txBody>
      </p:sp>
      <p:sp>
        <p:nvSpPr>
          <p:cNvPr id="101" name="R"/>
          <p:cNvSpPr/>
          <p:nvPr/>
        </p:nvSpPr>
        <p:spPr>
          <a:xfrm>
            <a:off x="460800" y="4971400"/>
            <a:ext cx="11270400" cy="840000"/>
          </a:xfrm>
          <a:prstGeom prst="roundRect">
            <a:avLst>
              <a:gd name="adj" fmla="val 4000"/>
            </a:avLst>
          </a:prstGeom>
          <a:solidFill>
            <a:srgbClr val="1C4A78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Hex"/>
          <p:cNvSpPr/>
          <p:nvPr/>
        </p:nvSpPr>
        <p:spPr>
          <a:xfrm>
            <a:off x="590800" y="5192220"/>
            <a:ext cx="460000" cy="398360"/>
          </a:xfrm>
          <a:prstGeom prst="hexagon">
            <a:avLst/>
          </a:prstGeom>
          <a:solidFill>
            <a:srgbClr val="A02B93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"/>
          <p:cNvSpPr txBox="1"/>
          <p:nvPr/>
        </p:nvSpPr>
        <p:spPr>
          <a:xfrm>
            <a:off x="1280800" y="4931400"/>
            <a:ext cx="10270400" cy="920000"/>
          </a:xfrm>
          <a:prstGeom prst="rect">
            <a:avLst/>
          </a:prstGeom>
        </p:spPr>
        <p:txBody>
          <a:bodyPr wrap="square" lIns="0" tIns="10000" rIns="0" bIns="1000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DevOps is not about being a hero</a:t>
            </a:r>
          </a:p>
        </p:txBody>
      </p:sp>
    </p:spTree>
    <p:extLst>
      <p:ext uri="{BB962C8B-B14F-4D97-AF65-F5344CB8AC3E}">
        <p14:creationId xmlns:p14="http://schemas.microsoft.com/office/powerpoint/2010/main" val="328520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46EE-6460-40E6-6609-AC19A22C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5CCA-F53E-FCFF-E7D2-9F315449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What makes a good DevOps engineer?</a:t>
            </a:r>
            <a:endParaRPr lang="en-US"/>
          </a:p>
        </p:txBody>
      </p:sp>
      <p:sp>
        <p:nvSpPr>
          <p:cNvPr id="92" name="Hex"/>
          <p:cNvSpPr/>
          <p:nvPr/>
        </p:nvSpPr>
        <p:spPr>
          <a:xfrm>
            <a:off x="580800" y="2014633"/>
            <a:ext cx="640000" cy="55424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"/>
          <p:cNvSpPr txBox="1"/>
          <p:nvPr/>
        </p:nvSpPr>
        <p:spPr>
          <a:xfrm>
            <a:off x="1340800" y="2014633"/>
            <a:ext cx="2456800" cy="114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Tools change. Fundamentals stay.</a:t>
            </a:r>
          </a:p>
        </p:txBody>
      </p:sp>
      <p:sp>
        <p:nvSpPr>
          <p:cNvPr id="95" name="Hex"/>
          <p:cNvSpPr/>
          <p:nvPr/>
        </p:nvSpPr>
        <p:spPr>
          <a:xfrm>
            <a:off x="4437600" y="2014633"/>
            <a:ext cx="640000" cy="554240"/>
          </a:xfrm>
          <a:prstGeom prst="hexagon">
            <a:avLst/>
          </a:prstGeom>
          <a:solidFill>
            <a:srgbClr val="0F9ED5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"/>
          <p:cNvSpPr txBox="1"/>
          <p:nvPr/>
        </p:nvSpPr>
        <p:spPr>
          <a:xfrm>
            <a:off x="5217600" y="1998873"/>
            <a:ext cx="2436800" cy="114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Be curious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and keep learning.</a:t>
            </a:r>
          </a:p>
        </p:txBody>
      </p:sp>
      <p:sp>
        <p:nvSpPr>
          <p:cNvPr id="98" name="Hex"/>
          <p:cNvSpPr/>
          <p:nvPr/>
        </p:nvSpPr>
        <p:spPr>
          <a:xfrm>
            <a:off x="8294400" y="2014633"/>
            <a:ext cx="640000" cy="554240"/>
          </a:xfrm>
          <a:prstGeom prst="hexagon">
            <a:avLst/>
          </a:prstGeom>
          <a:solidFill>
            <a:srgbClr val="4EA72E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T"/>
          <p:cNvSpPr txBox="1"/>
          <p:nvPr/>
        </p:nvSpPr>
        <p:spPr>
          <a:xfrm>
            <a:off x="9075912" y="1998873"/>
            <a:ext cx="2435288" cy="114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Think in systems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not just tasks</a:t>
            </a:r>
          </a:p>
        </p:txBody>
      </p:sp>
      <p:sp>
        <p:nvSpPr>
          <p:cNvPr id="101" name="Hex"/>
          <p:cNvSpPr/>
          <p:nvPr/>
        </p:nvSpPr>
        <p:spPr>
          <a:xfrm>
            <a:off x="580800" y="4152880"/>
            <a:ext cx="640000" cy="554240"/>
          </a:xfrm>
          <a:prstGeom prst="hexagon">
            <a:avLst/>
          </a:prstGeom>
          <a:solidFill>
            <a:srgbClr val="2E7CB8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"/>
          <p:cNvSpPr txBox="1"/>
          <p:nvPr/>
        </p:nvSpPr>
        <p:spPr>
          <a:xfrm>
            <a:off x="1360800" y="4146560"/>
            <a:ext cx="2360808" cy="114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Automate boring and repeatable work</a:t>
            </a:r>
          </a:p>
        </p:txBody>
      </p:sp>
      <p:sp>
        <p:nvSpPr>
          <p:cNvPr id="104" name="Hex"/>
          <p:cNvSpPr/>
          <p:nvPr/>
        </p:nvSpPr>
        <p:spPr>
          <a:xfrm>
            <a:off x="4437600" y="4152880"/>
            <a:ext cx="640000" cy="554240"/>
          </a:xfrm>
          <a:prstGeom prst="hexagon">
            <a:avLst/>
          </a:prstGeom>
          <a:solidFill>
            <a:srgbClr val="A02B93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"/>
          <p:cNvSpPr txBox="1"/>
          <p:nvPr/>
        </p:nvSpPr>
        <p:spPr>
          <a:xfrm>
            <a:off x="5217600" y="4137120"/>
            <a:ext cx="2371920" cy="1140000"/>
          </a:xfrm>
          <a:prstGeom prst="rect">
            <a:avLst/>
          </a:prstGeom>
        </p:spPr>
        <p:txBody>
          <a:bodyPr wrap="square" lIns="0" tIns="10000" rIns="0" bIns="100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Make things clear and easy for the team.</a:t>
            </a:r>
          </a:p>
        </p:txBody>
      </p:sp>
      <p:sp>
        <p:nvSpPr>
          <p:cNvPr id="107" name="Hex"/>
          <p:cNvSpPr/>
          <p:nvPr/>
        </p:nvSpPr>
        <p:spPr>
          <a:xfrm>
            <a:off x="8294400" y="4152880"/>
            <a:ext cx="640000" cy="554240"/>
          </a:xfrm>
          <a:prstGeom prst="hexagon">
            <a:avLst/>
          </a:prstGeom>
          <a:solidFill>
            <a:srgbClr val="E97132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"/>
          <p:cNvSpPr txBox="1"/>
          <p:nvPr/>
        </p:nvSpPr>
        <p:spPr>
          <a:xfrm>
            <a:off x="9075912" y="4137120"/>
            <a:ext cx="2435288" cy="1550448"/>
          </a:xfrm>
          <a:prstGeom prst="rect">
            <a:avLst/>
          </a:prstGeom>
        </p:spPr>
        <p:txBody>
          <a:bodyPr wrap="square" lIns="0" tIns="10000" rIns="0" bIns="100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E8E8"/>
                </a:solidFill>
                <a:latin typeface="Amazon Ember"/>
                <a:cs typeface="Amazon Ember"/>
              </a:rPr>
              <a:t>Use AI to leverage our skills, not to switch off your brain.</a:t>
            </a:r>
          </a:p>
        </p:txBody>
      </p:sp>
    </p:spTree>
    <p:extLst>
      <p:ext uri="{BB962C8B-B14F-4D97-AF65-F5344CB8AC3E}">
        <p14:creationId xmlns:p14="http://schemas.microsoft.com/office/powerpoint/2010/main" val="2072263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9F777-1B6A-08BF-B42F-FFC62354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9A-20CB-F622-8E0D-00ECE0E6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665" y="2417536"/>
            <a:ext cx="1706670" cy="1335827"/>
          </a:xfrm>
        </p:spPr>
        <p:txBody>
          <a:bodyPr/>
          <a:lstStyle/>
          <a:p>
            <a:r>
              <a:rPr lang="vi-VN" sz="6000" dirty="0"/>
              <a:t>Q&amp;A</a:t>
            </a:r>
          </a:p>
        </p:txBody>
      </p:sp>
      <p:sp>
        <p:nvSpPr>
          <p:cNvPr id="3" name="Hex">
            <a:extLst>
              <a:ext uri="{FF2B5EF4-FFF2-40B4-BE49-F238E27FC236}">
                <a16:creationId xmlns:a16="http://schemas.microsoft.com/office/drawing/2014/main" id="{A3E38638-51B4-639C-7D10-85A5C11301FF}"/>
              </a:ext>
            </a:extLst>
          </p:cNvPr>
          <p:cNvSpPr/>
          <p:nvPr/>
        </p:nvSpPr>
        <p:spPr>
          <a:xfrm>
            <a:off x="9555744" y="4302858"/>
            <a:ext cx="950000" cy="822700"/>
          </a:xfrm>
          <a:prstGeom prst="hexagon">
            <a:avLst/>
          </a:prstGeom>
          <a:solidFill>
            <a:srgbClr val="E97132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Hex">
            <a:extLst>
              <a:ext uri="{FF2B5EF4-FFF2-40B4-BE49-F238E27FC236}">
                <a16:creationId xmlns:a16="http://schemas.microsoft.com/office/drawing/2014/main" id="{7E41085C-917B-8509-B4F0-8E07DEA63023}"/>
              </a:ext>
            </a:extLst>
          </p:cNvPr>
          <p:cNvSpPr/>
          <p:nvPr/>
        </p:nvSpPr>
        <p:spPr>
          <a:xfrm>
            <a:off x="10005744" y="4749658"/>
            <a:ext cx="1350000" cy="1169100"/>
          </a:xfrm>
          <a:prstGeom prst="hexagon">
            <a:avLst/>
          </a:prstGeom>
          <a:noFill/>
          <a:ln w="15875">
            <a:solidFill>
              <a:srgbClr val="0F9ED5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Hex">
            <a:extLst>
              <a:ext uri="{FF2B5EF4-FFF2-40B4-BE49-F238E27FC236}">
                <a16:creationId xmlns:a16="http://schemas.microsoft.com/office/drawing/2014/main" id="{863AA41D-A967-2537-3019-169B5FB217CD}"/>
              </a:ext>
            </a:extLst>
          </p:cNvPr>
          <p:cNvSpPr/>
          <p:nvPr/>
        </p:nvSpPr>
        <p:spPr>
          <a:xfrm>
            <a:off x="9420744" y="5582448"/>
            <a:ext cx="720000" cy="623520"/>
          </a:xfrm>
          <a:prstGeom prst="hexagon">
            <a:avLst/>
          </a:prstGeom>
          <a:noFill/>
          <a:ln w="15875">
            <a:solidFill>
              <a:srgbClr val="4EA72E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Hex">
            <a:extLst>
              <a:ext uri="{FF2B5EF4-FFF2-40B4-BE49-F238E27FC236}">
                <a16:creationId xmlns:a16="http://schemas.microsoft.com/office/drawing/2014/main" id="{B7C3675E-D098-3C86-4E44-ABF87F30D9E3}"/>
              </a:ext>
            </a:extLst>
          </p:cNvPr>
          <p:cNvSpPr/>
          <p:nvPr/>
        </p:nvSpPr>
        <p:spPr>
          <a:xfrm>
            <a:off x="11120744" y="4169048"/>
            <a:ext cx="520000" cy="450320"/>
          </a:xfrm>
          <a:prstGeom prst="hexagon">
            <a:avLst/>
          </a:prstGeom>
          <a:solidFill>
            <a:srgbClr val="2E7CB8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94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B3F7-9106-834B-40B6-BE330F07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0462-9B4F-FE8C-0C62-C4D6D8E65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320" y="2761086"/>
            <a:ext cx="3867360" cy="1335827"/>
          </a:xfrm>
        </p:spPr>
        <p:txBody>
          <a:bodyPr/>
          <a:lstStyle/>
          <a:p>
            <a:r>
              <a:rPr lang="vi-VN" sz="6000" dirty="0"/>
              <a:t>Thank you</a:t>
            </a:r>
          </a:p>
        </p:txBody>
      </p:sp>
      <p:sp>
        <p:nvSpPr>
          <p:cNvPr id="3" name="Hex">
            <a:extLst>
              <a:ext uri="{FF2B5EF4-FFF2-40B4-BE49-F238E27FC236}">
                <a16:creationId xmlns:a16="http://schemas.microsoft.com/office/drawing/2014/main" id="{147E9A37-EE6B-0E72-96DB-A47DB1E4A71B}"/>
              </a:ext>
            </a:extLst>
          </p:cNvPr>
          <p:cNvSpPr/>
          <p:nvPr/>
        </p:nvSpPr>
        <p:spPr>
          <a:xfrm>
            <a:off x="9555744" y="4302858"/>
            <a:ext cx="950000" cy="822700"/>
          </a:xfrm>
          <a:prstGeom prst="hexagon">
            <a:avLst/>
          </a:prstGeom>
          <a:solidFill>
            <a:srgbClr val="E97132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Hex">
            <a:extLst>
              <a:ext uri="{FF2B5EF4-FFF2-40B4-BE49-F238E27FC236}">
                <a16:creationId xmlns:a16="http://schemas.microsoft.com/office/drawing/2014/main" id="{44EA3667-C7C8-4657-2760-84C5825D817B}"/>
              </a:ext>
            </a:extLst>
          </p:cNvPr>
          <p:cNvSpPr/>
          <p:nvPr/>
        </p:nvSpPr>
        <p:spPr>
          <a:xfrm>
            <a:off x="10005744" y="4749658"/>
            <a:ext cx="1350000" cy="1169100"/>
          </a:xfrm>
          <a:prstGeom prst="hexagon">
            <a:avLst/>
          </a:prstGeom>
          <a:noFill/>
          <a:ln w="15875">
            <a:solidFill>
              <a:srgbClr val="0F9ED5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Hex">
            <a:extLst>
              <a:ext uri="{FF2B5EF4-FFF2-40B4-BE49-F238E27FC236}">
                <a16:creationId xmlns:a16="http://schemas.microsoft.com/office/drawing/2014/main" id="{906E37B7-817E-525C-89E0-E9E2E85C1039}"/>
              </a:ext>
            </a:extLst>
          </p:cNvPr>
          <p:cNvSpPr/>
          <p:nvPr/>
        </p:nvSpPr>
        <p:spPr>
          <a:xfrm>
            <a:off x="9420744" y="5582448"/>
            <a:ext cx="720000" cy="623520"/>
          </a:xfrm>
          <a:prstGeom prst="hexagon">
            <a:avLst/>
          </a:prstGeom>
          <a:noFill/>
          <a:ln w="15875">
            <a:solidFill>
              <a:srgbClr val="4EA72E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Hex">
            <a:extLst>
              <a:ext uri="{FF2B5EF4-FFF2-40B4-BE49-F238E27FC236}">
                <a16:creationId xmlns:a16="http://schemas.microsoft.com/office/drawing/2014/main" id="{25113F40-B72D-4873-C669-F9D5A879F8EC}"/>
              </a:ext>
            </a:extLst>
          </p:cNvPr>
          <p:cNvSpPr/>
          <p:nvPr/>
        </p:nvSpPr>
        <p:spPr>
          <a:xfrm>
            <a:off x="11120744" y="4169048"/>
            <a:ext cx="520000" cy="450320"/>
          </a:xfrm>
          <a:prstGeom prst="hexagon">
            <a:avLst/>
          </a:prstGeom>
          <a:solidFill>
            <a:srgbClr val="2E7CB8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356</Words>
  <Application>Microsoft Office PowerPoint</Application>
  <PresentationFormat>Widescreen</PresentationFormat>
  <Paragraphs>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Amazon Ember</vt:lpstr>
      <vt:lpstr>Aptos</vt:lpstr>
      <vt:lpstr>Aptos Display</vt:lpstr>
      <vt:lpstr>Arial</vt:lpstr>
      <vt:lpstr>Custom Design</vt:lpstr>
      <vt:lpstr>PowerPoint Presentation</vt:lpstr>
      <vt:lpstr>What does a DevOps Engineer </vt:lpstr>
      <vt:lpstr>Why you interested in DevOps?</vt:lpstr>
      <vt:lpstr>Why did I choose DevOps?</vt:lpstr>
      <vt:lpstr>Why did I choose DevOps?</vt:lpstr>
      <vt:lpstr>What people think DevOps is </vt:lpstr>
      <vt:lpstr>What DevOps really does in real life </vt:lpstr>
      <vt:lpstr>What DevOps really does in real life </vt:lpstr>
      <vt:lpstr>What DevOps really does in real life </vt:lpstr>
      <vt:lpstr>What should you learn first?</vt:lpstr>
      <vt:lpstr>What should you learn first?</vt:lpstr>
      <vt:lpstr>DevOps tool landscape </vt:lpstr>
      <vt:lpstr>What should you learn first?</vt:lpstr>
      <vt:lpstr>Things I learned the hard way</vt:lpstr>
      <vt:lpstr>What makes a good DevOps engineer?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Thien Lu Hoan</dc:creator>
  <cp:lastModifiedBy>Trong Truong</cp:lastModifiedBy>
  <cp:revision>280</cp:revision>
  <dcterms:created xsi:type="dcterms:W3CDTF">2026-02-25T10:51:59Z</dcterms:created>
  <dcterms:modified xsi:type="dcterms:W3CDTF">2026-06-12T13:10:13Z</dcterms:modified>
</cp:coreProperties>
</file>