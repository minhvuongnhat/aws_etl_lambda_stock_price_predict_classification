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1"/>
  </p:sldMasterIdLst>
  <p:notesMasterIdLst>
    <p:notesMasterId r:id="rId19"/>
  </p:notesMasterIdLst>
  <p:sldIdLst>
    <p:sldId id="256" r:id="rId2"/>
    <p:sldId id="259" r:id="rId3"/>
    <p:sldId id="264" r:id="rId4"/>
    <p:sldId id="270" r:id="rId5"/>
    <p:sldId id="257" r:id="rId6"/>
    <p:sldId id="271" r:id="rId7"/>
    <p:sldId id="263" r:id="rId8"/>
    <p:sldId id="266" r:id="rId9"/>
    <p:sldId id="268" r:id="rId10"/>
    <p:sldId id="269" r:id="rId11"/>
    <p:sldId id="273" r:id="rId12"/>
    <p:sldId id="258" r:id="rId13"/>
    <p:sldId id="272" r:id="rId14"/>
    <p:sldId id="265" r:id="rId15"/>
    <p:sldId id="274" r:id="rId16"/>
    <p:sldId id="260" r:id="rId17"/>
    <p:sldId id="275" r:id="rId18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A019"/>
    <a:srgbClr val="0804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678"/>
  </p:normalViewPr>
  <p:slideViewPr>
    <p:cSldViewPr snapToGrid="0">
      <p:cViewPr varScale="1">
        <p:scale>
          <a:sx n="70" d="100"/>
          <a:sy n="70" d="100"/>
        </p:scale>
        <p:origin x="4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BD63C4-0799-4A2C-AD48-BC1ED3A02247}" type="datetimeFigureOut">
              <a:rPr lang="vi-VN" smtClean="0"/>
              <a:t>12/06/2026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C2BE50-8498-4475-931F-7BE761A788C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8330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2BE50-8498-4475-931F-7BE761A788CB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73302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2BE50-8498-4475-931F-7BE761A788CB}" type="slidenum">
              <a:rPr lang="vi-VN" smtClean="0"/>
              <a:t>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58916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80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5;p66">
            <a:extLst>
              <a:ext uri="{FF2B5EF4-FFF2-40B4-BE49-F238E27FC236}">
                <a16:creationId xmlns:a16="http://schemas.microsoft.com/office/drawing/2014/main" id="{64DCE6E7-812F-42A0-6F71-EEFA7D1FEEA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7878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9;p66">
            <a:extLst>
              <a:ext uri="{FF2B5EF4-FFF2-40B4-BE49-F238E27FC236}">
                <a16:creationId xmlns:a16="http://schemas.microsoft.com/office/drawing/2014/main" id="{896180DA-1E13-B450-0AFF-6B03106FB5AA}"/>
              </a:ext>
            </a:extLst>
          </p:cNvPr>
          <p:cNvSpPr txBox="1"/>
          <p:nvPr userDrawn="1"/>
        </p:nvSpPr>
        <p:spPr>
          <a:xfrm>
            <a:off x="2164556" y="6315964"/>
            <a:ext cx="2834926" cy="14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0"/>
              <a:buFont typeface="Arial"/>
              <a:buNone/>
            </a:pPr>
            <a:r>
              <a:rPr lang="en-US" sz="933" b="0" i="0" u="none" strike="noStrike" cap="none" dirty="0">
                <a:solidFill>
                  <a:srgbClr val="7F7F7F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  <a:sym typeface="Arial"/>
              </a:rPr>
              <a:t>Amazon Web Services, Inc. or its Affiliates. </a:t>
            </a:r>
            <a:endParaRPr sz="15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AB2EC284-19D1-B707-7327-DDDC101D55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70358"/>
            <a:ext cx="3414713" cy="369332"/>
          </a:xfrm>
        </p:spPr>
        <p:txBody>
          <a:bodyPr/>
          <a:lstStyle>
            <a:lvl1pPr>
              <a:buNone/>
              <a:defRPr sz="2000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lvl="0"/>
            <a:r>
              <a:rPr lang="en-VN"/>
              <a:t>Speaker name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B34CEF89-D289-4DCE-277E-BC0B426604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535573"/>
            <a:ext cx="3414713" cy="313932"/>
          </a:xfrm>
        </p:spPr>
        <p:txBody>
          <a:bodyPr/>
          <a:lstStyle>
            <a:lvl1pPr>
              <a:buNone/>
              <a:defRPr sz="16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lvl="0"/>
            <a:r>
              <a:rPr lang="en-VN"/>
              <a:t>Job title</a:t>
            </a:r>
          </a:p>
        </p:txBody>
      </p:sp>
      <p:pic>
        <p:nvPicPr>
          <p:cNvPr id="11" name="Picture 10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01CA924C-5765-E9EA-F404-A026068E56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269029"/>
            <a:ext cx="1555750" cy="381000"/>
          </a:xfrm>
          <a:prstGeom prst="rect">
            <a:avLst/>
          </a:prstGeom>
        </p:spPr>
      </p:pic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1202BE2D-3C38-4219-E07B-F011AC806B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042742"/>
            <a:ext cx="8401792" cy="840230"/>
          </a:xfrm>
        </p:spPr>
        <p:txBody>
          <a:bodyPr>
            <a:normAutofit/>
          </a:bodyPr>
          <a:lstStyle>
            <a:lvl1pPr>
              <a:buNone/>
              <a:defRPr sz="4800" b="1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lvl="0"/>
            <a:r>
              <a:rPr lang="en-US"/>
              <a:t>Walk in slide</a:t>
            </a:r>
            <a:endParaRPr lang="en-VN"/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B06E23E3-17D4-FAAA-7737-9C9DE78212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905489"/>
            <a:ext cx="2143496" cy="424732"/>
          </a:xfrm>
        </p:spPr>
        <p:txBody>
          <a:bodyPr/>
          <a:lstStyle>
            <a:lvl1pPr>
              <a:buNone/>
              <a:defRPr sz="2400" b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lvl="0"/>
            <a:r>
              <a:rPr lang="en-US"/>
              <a:t>Week number</a:t>
            </a:r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57491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rgbClr val="080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1F1304-0D4C-4A06-CBE7-119A785AE423}"/>
              </a:ext>
            </a:extLst>
          </p:cNvPr>
          <p:cNvSpPr/>
          <p:nvPr userDrawn="1"/>
        </p:nvSpPr>
        <p:spPr>
          <a:xfrm>
            <a:off x="0" y="0"/>
            <a:ext cx="12100956" cy="6858000"/>
          </a:xfrm>
          <a:prstGeom prst="rect">
            <a:avLst/>
          </a:prstGeom>
          <a:solidFill>
            <a:srgbClr val="0804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 err="1"/>
          </a:p>
        </p:txBody>
      </p:sp>
      <p:sp>
        <p:nvSpPr>
          <p:cNvPr id="3" name="Google Shape;19;p66">
            <a:extLst>
              <a:ext uri="{FF2B5EF4-FFF2-40B4-BE49-F238E27FC236}">
                <a16:creationId xmlns:a16="http://schemas.microsoft.com/office/drawing/2014/main" id="{33A3DACA-925C-11D4-B418-DE25DAB9EE9F}"/>
              </a:ext>
            </a:extLst>
          </p:cNvPr>
          <p:cNvSpPr txBox="1"/>
          <p:nvPr userDrawn="1"/>
        </p:nvSpPr>
        <p:spPr>
          <a:xfrm>
            <a:off x="2164556" y="6315964"/>
            <a:ext cx="2834926" cy="14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0"/>
              <a:buFont typeface="Arial"/>
              <a:buNone/>
            </a:pPr>
            <a:r>
              <a:rPr lang="en-US" sz="933" b="0" i="0" u="none" strike="noStrike" cap="none" dirty="0">
                <a:solidFill>
                  <a:srgbClr val="7F7F7F"/>
                </a:solidFill>
                <a:latin typeface="+mj-lt"/>
                <a:ea typeface="Arial"/>
                <a:cs typeface="Arial"/>
                <a:sym typeface="Arial"/>
              </a:rPr>
              <a:t>Amazon Web Services, Inc. or its Affiliates. </a:t>
            </a:r>
            <a:endParaRPr sz="1500" dirty="0">
              <a:latin typeface="+mj-lt"/>
            </a:endParaRPr>
          </a:p>
        </p:txBody>
      </p:sp>
      <p:pic>
        <p:nvPicPr>
          <p:cNvPr id="4" name="Picture 3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1A08F034-728C-83A4-E19E-83590BD4B5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269029"/>
            <a:ext cx="1555750" cy="381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038F82F-7674-A892-F955-817697585A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800" y="172800"/>
            <a:ext cx="11258550" cy="827827"/>
          </a:xfrm>
        </p:spPr>
        <p:txBody>
          <a:bodyPr>
            <a:noAutofit/>
          </a:bodyPr>
          <a:lstStyle>
            <a:lvl1pPr>
              <a:defRPr sz="2800" b="1" i="0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/>
              <a:t>Slide title / Section name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787B56-D088-BF53-D4DB-56B8A0AEDA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0800" y="1252800"/>
            <a:ext cx="11258550" cy="4927600"/>
          </a:xfrm>
        </p:spPr>
        <p:txBody>
          <a:bodyPr>
            <a:noAutofit/>
          </a:bodyPr>
          <a:lstStyle>
            <a:lvl1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2pPr>
            <a:lvl3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3pPr>
            <a:lvl4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4pPr>
            <a:lvl5pPr>
              <a:defRPr sz="180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5855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rgbClr val="080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58;p76">
            <a:extLst>
              <a:ext uri="{FF2B5EF4-FFF2-40B4-BE49-F238E27FC236}">
                <a16:creationId xmlns:a16="http://schemas.microsoft.com/office/drawing/2014/main" id="{E001CE48-199D-56A0-69D1-556D578CE70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9;p66">
            <a:extLst>
              <a:ext uri="{FF2B5EF4-FFF2-40B4-BE49-F238E27FC236}">
                <a16:creationId xmlns:a16="http://schemas.microsoft.com/office/drawing/2014/main" id="{3F333B57-27F9-22F1-23EA-39219270A4DF}"/>
              </a:ext>
            </a:extLst>
          </p:cNvPr>
          <p:cNvSpPr txBox="1"/>
          <p:nvPr userDrawn="1"/>
        </p:nvSpPr>
        <p:spPr>
          <a:xfrm>
            <a:off x="2164556" y="6315964"/>
            <a:ext cx="2834926" cy="14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20"/>
              <a:buFont typeface="Arial"/>
              <a:buNone/>
            </a:pPr>
            <a:r>
              <a:rPr lang="en-US" sz="933" b="0" i="0" u="none" strike="noStrike" cap="none" dirty="0">
                <a:solidFill>
                  <a:srgbClr val="7F7F7F"/>
                </a:solidFill>
                <a:latin typeface="+mj-lt"/>
                <a:ea typeface="Arial"/>
                <a:cs typeface="Arial"/>
                <a:sym typeface="Arial"/>
              </a:rPr>
              <a:t>Amazon Web Services, Inc. or its Affiliates. </a:t>
            </a:r>
            <a:endParaRPr sz="1500" dirty="0">
              <a:latin typeface="+mj-lt"/>
            </a:endParaRPr>
          </a:p>
        </p:txBody>
      </p:sp>
      <p:pic>
        <p:nvPicPr>
          <p:cNvPr id="10" name="Picture 9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129093AB-1582-1E20-7653-0463076482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269029"/>
            <a:ext cx="1555750" cy="381000"/>
          </a:xfrm>
          <a:prstGeom prst="rect">
            <a:avLst/>
          </a:prstGeom>
        </p:spPr>
      </p:pic>
      <p:sp>
        <p:nvSpPr>
          <p:cNvPr id="11" name="Google Shape;59;p76">
            <a:extLst>
              <a:ext uri="{FF2B5EF4-FFF2-40B4-BE49-F238E27FC236}">
                <a16:creationId xmlns:a16="http://schemas.microsoft.com/office/drawing/2014/main" id="{D491E884-C6E6-A451-C0C1-40CE734A462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60800" y="2836800"/>
            <a:ext cx="7819901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Arial"/>
              <a:buNone/>
              <a:defRPr sz="3800" b="1" cap="none">
                <a:solidFill>
                  <a:srgbClr val="FCA019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Section name</a:t>
            </a:r>
            <a:endParaRPr/>
          </a:p>
        </p:txBody>
      </p:sp>
      <p:sp>
        <p:nvSpPr>
          <p:cNvPr id="12" name="Google Shape;60;p76">
            <a:extLst>
              <a:ext uri="{FF2B5EF4-FFF2-40B4-BE49-F238E27FC236}">
                <a16:creationId xmlns:a16="http://schemas.microsoft.com/office/drawing/2014/main" id="{A15B343D-3356-673C-478B-D285C7C60A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583375"/>
            <a:ext cx="6849533" cy="652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80985" lvl="0" indent="-190492" algn="l">
              <a:spcBef>
                <a:spcPts val="483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rial"/>
              <a:buNone/>
              <a:defRPr sz="2417">
                <a:solidFill>
                  <a:schemeClr val="bg1"/>
                </a:solidFill>
              </a:defRPr>
            </a:lvl1pPr>
            <a:lvl2pPr marL="761970" lvl="1" indent="-190492" algn="l">
              <a:spcBef>
                <a:spcPts val="483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/>
            </a:lvl2pPr>
            <a:lvl3pPr marL="1142954" lvl="2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523939" lvl="3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1904924" lvl="4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marL="2285909" lvl="5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2666893" lvl="6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047878" lvl="7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3428863" lvl="8" indent="-285739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9079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5C3174-11D6-305C-16B3-9FE6251FE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AF2E4-A524-E5CC-E6BF-2494A73A8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24A8B-4B1C-CF7F-DACB-BCF8E9A612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9409C2-61C9-8D49-96BE-171968F58CAA}" type="datetimeFigureOut">
              <a:t>6/12/2026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50F0A-28EC-1CFD-3A4A-EE4CC5954F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D96A7-3B40-4EA5-804B-6583774AE9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6A5951-7675-3946-A94E-47A019A45A31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67569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8" r:id="rId2"/>
    <p:sldLayoutId id="214748366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A62CE0-1D3C-61B1-94C0-D9E4F2701B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Danh Hoàng Hiếu Nghị</a:t>
            </a:r>
            <a:endParaRPr lang="vi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AC980-5F37-EA89-A3CC-F9673454E1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607993"/>
            <a:ext cx="5337425" cy="30981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AI Engineer – AWS Community Builder – AWS Student Builder Group Leader</a:t>
            </a:r>
            <a:endParaRPr lang="vi-V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96C870-E730-C4F2-5629-85A7D7053C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From First Cloud AI Journey </a:t>
            </a:r>
          </a:p>
          <a:p>
            <a:r>
              <a:rPr lang="en-US" sz="4000" dirty="0"/>
              <a:t>to AWS Partner</a:t>
            </a:r>
            <a:endParaRPr lang="vi-VN" sz="4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AE0299-23CD-D17B-4AA6-C540133EA6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3429000"/>
            <a:ext cx="2143496" cy="424732"/>
          </a:xfrm>
        </p:spPr>
        <p:txBody>
          <a:bodyPr/>
          <a:lstStyle/>
          <a:p>
            <a:r>
              <a:rPr lang="en-US" dirty="0"/>
              <a:t>12/06/2026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793941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21131C90-45FC-CCC1-27FB-DA0B05375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92" y="-171660"/>
            <a:ext cx="11435016" cy="643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695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362B1-72A7-9FBD-96D7-DF814A3C5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4E9A4-5783-3A9D-4B4E-1BF84BF91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800" y="2836800"/>
            <a:ext cx="8261960" cy="838200"/>
          </a:xfrm>
        </p:spPr>
        <p:txBody>
          <a:bodyPr/>
          <a:lstStyle/>
          <a:p>
            <a:r>
              <a:rPr lang="en-US" dirty="0"/>
              <a:t>First Cloud AI Journey Program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999D1-B0BE-1287-6DA2-144C1B541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 First Cloud Journey Program</a:t>
            </a:r>
          </a:p>
        </p:txBody>
      </p:sp>
    </p:spTree>
    <p:extLst>
      <p:ext uri="{BB962C8B-B14F-4D97-AF65-F5344CB8AC3E}">
        <p14:creationId xmlns:p14="http://schemas.microsoft.com/office/powerpoint/2010/main" val="132745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o photo description available.">
            <a:extLst>
              <a:ext uri="{FF2B5EF4-FFF2-40B4-BE49-F238E27FC236}">
                <a16:creationId xmlns:a16="http://schemas.microsoft.com/office/drawing/2014/main" id="{1D9BD9BE-B185-D21F-E0D2-D43F8676F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644" y="402337"/>
            <a:ext cx="3547871" cy="2660903"/>
          </a:xfrm>
          <a:prstGeom prst="rect">
            <a:avLst/>
          </a:prstGeom>
        </p:spPr>
      </p:pic>
      <p:pic>
        <p:nvPicPr>
          <p:cNvPr id="5" name="Picture 4" descr="No photo description available.">
            <a:extLst>
              <a:ext uri="{FF2B5EF4-FFF2-40B4-BE49-F238E27FC236}">
                <a16:creationId xmlns:a16="http://schemas.microsoft.com/office/drawing/2014/main" id="{2C3B68ED-D3F0-BC42-676A-BA4EA84B4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7" y="316610"/>
            <a:ext cx="3662173" cy="27466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1096EF-CEB9-38E3-BE55-FBF7196E96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4194" y="3517241"/>
            <a:ext cx="5876926" cy="265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769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5255DA9-4F96-9AC8-8862-84275A324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81261"/>
            <a:ext cx="13514832" cy="1371600"/>
          </a:xfrm>
        </p:spPr>
        <p:txBody>
          <a:bodyPr/>
          <a:lstStyle/>
          <a:p>
            <a:r>
              <a:rPr lang="en-VN" dirty="0">
                <a:solidFill>
                  <a:schemeClr val="bg1"/>
                </a:solidFill>
              </a:rPr>
              <a:t>Getting the job is just a beginning…</a:t>
            </a:r>
            <a:br>
              <a:rPr lang="en-VN" dirty="0">
                <a:solidFill>
                  <a:schemeClr val="bg1"/>
                </a:solidFill>
              </a:rPr>
            </a:br>
            <a:endParaRPr lang="en-VN" dirty="0">
              <a:solidFill>
                <a:schemeClr val="bg1"/>
              </a:solidFill>
            </a:endParaRPr>
          </a:p>
        </p:txBody>
      </p:sp>
      <p:pic>
        <p:nvPicPr>
          <p:cNvPr id="5" name="Picture 2" descr="Không có mô tả ảnh.">
            <a:extLst>
              <a:ext uri="{FF2B5EF4-FFF2-40B4-BE49-F238E27FC236}">
                <a16:creationId xmlns:a16="http://schemas.microsoft.com/office/drawing/2014/main" id="{D7D8ECCE-7BCB-91C1-4A76-63EA66278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8104" y="767061"/>
            <a:ext cx="5686195" cy="4995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1CA13E09-1FDB-D487-D3D6-C69822FCAC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3473" y="1011803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BD07E6-B801-B024-AB30-CABBE5BAE207}"/>
              </a:ext>
            </a:extLst>
          </p:cNvPr>
          <p:cNvSpPr txBox="1"/>
          <p:nvPr/>
        </p:nvSpPr>
        <p:spPr>
          <a:xfrm>
            <a:off x="1570846" y="1211486"/>
            <a:ext cx="7350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Solutions Architect</a:t>
            </a:r>
          </a:p>
        </p:txBody>
      </p:sp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179C167E-FE88-F442-4F0D-88AF2C3C0E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3473" y="2016462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CB0A75-8063-BC01-3C39-1859B0450E7A}"/>
              </a:ext>
            </a:extLst>
          </p:cNvPr>
          <p:cNvSpPr txBox="1"/>
          <p:nvPr/>
        </p:nvSpPr>
        <p:spPr>
          <a:xfrm>
            <a:off x="1489155" y="2254729"/>
            <a:ext cx="7350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Head of Solutions Architect</a:t>
            </a:r>
          </a:p>
        </p:txBody>
      </p:sp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D0C48439-2BF1-DE73-4A25-749EAFC367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3473" y="3004909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29B0FB1-BD76-252F-66E8-EE6ABAE20CBD}"/>
              </a:ext>
            </a:extLst>
          </p:cNvPr>
          <p:cNvSpPr txBox="1"/>
          <p:nvPr/>
        </p:nvSpPr>
        <p:spPr>
          <a:xfrm>
            <a:off x="1489155" y="3226423"/>
            <a:ext cx="7350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DevOps Engineer</a:t>
            </a:r>
          </a:p>
        </p:txBody>
      </p:sp>
      <p:pic>
        <p:nvPicPr>
          <p:cNvPr id="12" name="Graphic 11" descr="Checkmark with solid fill">
            <a:extLst>
              <a:ext uri="{FF2B5EF4-FFF2-40B4-BE49-F238E27FC236}">
                <a16:creationId xmlns:a16="http://schemas.microsoft.com/office/drawing/2014/main" id="{DCB40894-39C7-0233-3F5D-B5DBAEA0FD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3473" y="3944200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3C5A00B-6E09-0AF8-4621-A06E0111E41B}"/>
              </a:ext>
            </a:extLst>
          </p:cNvPr>
          <p:cNvSpPr txBox="1"/>
          <p:nvPr/>
        </p:nvSpPr>
        <p:spPr>
          <a:xfrm>
            <a:off x="1489155" y="4133311"/>
            <a:ext cx="7350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Platform Engineer</a:t>
            </a:r>
          </a:p>
        </p:txBody>
      </p:sp>
      <p:pic>
        <p:nvPicPr>
          <p:cNvPr id="14" name="Graphic 13" descr="Checkmark with solid fill">
            <a:extLst>
              <a:ext uri="{FF2B5EF4-FFF2-40B4-BE49-F238E27FC236}">
                <a16:creationId xmlns:a16="http://schemas.microsoft.com/office/drawing/2014/main" id="{BFC7A2DF-2FEF-DF25-8258-43BCA799C7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3473" y="4883491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AC12921-CE5D-3559-C113-1E834D94DCED}"/>
              </a:ext>
            </a:extLst>
          </p:cNvPr>
          <p:cNvSpPr txBox="1"/>
          <p:nvPr/>
        </p:nvSpPr>
        <p:spPr>
          <a:xfrm>
            <a:off x="1570846" y="5125433"/>
            <a:ext cx="7350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Software Engineer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1570891C-D6DD-C319-94B2-65E325E1B995}"/>
              </a:ext>
            </a:extLst>
          </p:cNvPr>
          <p:cNvSpPr txBox="1">
            <a:spLocks/>
          </p:cNvSpPr>
          <p:nvPr/>
        </p:nvSpPr>
        <p:spPr>
          <a:xfrm>
            <a:off x="6282924" y="5927946"/>
            <a:ext cx="5528075" cy="9143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731520" rtl="0" eaLnBrk="1" latinLnBrk="0" hangingPunct="1">
              <a:spcBef>
                <a:spcPct val="0"/>
              </a:spcBef>
              <a:buNone/>
              <a:defRPr sz="3800" b="1" i="0" kern="120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VN" dirty="0">
                <a:solidFill>
                  <a:schemeClr val="bg1"/>
                </a:solidFill>
              </a:rPr>
              <a:t>Write your own history !</a:t>
            </a:r>
          </a:p>
        </p:txBody>
      </p:sp>
    </p:spTree>
    <p:extLst>
      <p:ext uri="{BB962C8B-B14F-4D97-AF65-F5344CB8AC3E}">
        <p14:creationId xmlns:p14="http://schemas.microsoft.com/office/powerpoint/2010/main" val="4002334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F8820E-FAF4-1049-D225-A8085B3A4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508" y="769120"/>
            <a:ext cx="8634984" cy="489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896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17F69-BE0E-79D6-D4D3-1F8D9110D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Student Builder Group Program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E81EE-28CC-17BB-19EC-87C5F9109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 AWS Cloud Clubs Program</a:t>
            </a:r>
          </a:p>
        </p:txBody>
      </p:sp>
    </p:spTree>
    <p:extLst>
      <p:ext uri="{BB962C8B-B14F-4D97-AF65-F5344CB8AC3E}">
        <p14:creationId xmlns:p14="http://schemas.microsoft.com/office/powerpoint/2010/main" val="114725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o photo description available.">
            <a:extLst>
              <a:ext uri="{FF2B5EF4-FFF2-40B4-BE49-F238E27FC236}">
                <a16:creationId xmlns:a16="http://schemas.microsoft.com/office/drawing/2014/main" id="{15335BF5-B4C6-F10F-7748-3ACD41B0C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535" y="1152144"/>
            <a:ext cx="4150944" cy="311320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BA52409-5BC4-9833-4ECF-4252C0A9E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167" y="4224378"/>
            <a:ext cx="9030672" cy="838200"/>
          </a:xfrm>
        </p:spPr>
        <p:txBody>
          <a:bodyPr/>
          <a:lstStyle/>
          <a:p>
            <a:r>
              <a:rPr lang="en-US" sz="1800" dirty="0"/>
              <a:t>builder.aws.com/community/student-builder-groups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EDADFE-9645-7967-4A81-8BA643AE0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522" y="303202"/>
            <a:ext cx="4675632" cy="25650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FCCAA2-62B6-75A7-064E-50F06FD0A5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0012" y="3114268"/>
            <a:ext cx="5008998" cy="248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06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EC0A803-31A5-956E-1E0F-66D2AC9C5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2268762"/>
            <a:ext cx="10795000" cy="232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952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CA6D8F-E812-4D15-E547-53024BA5A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591423"/>
            <a:ext cx="10845800" cy="514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907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A2B1405-3930-E6A4-6E00-CBA05455C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862" y="298425"/>
            <a:ext cx="2214564" cy="29527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1E5A28-E0AE-4639-5EE8-2DFDC881C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3234" y="3502050"/>
            <a:ext cx="3321855" cy="24586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436C5C-2095-509A-3EA9-F75F97D8C9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504" y="298425"/>
            <a:ext cx="3983314" cy="26587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A36B82-39CD-A274-C195-9F209C4FC6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936" y="3502050"/>
            <a:ext cx="4321578" cy="236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927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235DD-2F56-6BF3-C85C-440BB3AD2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90800"/>
            <a:ext cx="7819901" cy="838200"/>
          </a:xfrm>
        </p:spPr>
        <p:txBody>
          <a:bodyPr/>
          <a:lstStyle/>
          <a:p>
            <a:r>
              <a:rPr lang="en-US" dirty="0"/>
              <a:t>AWS Community Builder Program</a:t>
            </a:r>
            <a:endParaRPr lang="vi-VN" dirty="0"/>
          </a:p>
        </p:txBody>
      </p:sp>
      <p:pic>
        <p:nvPicPr>
          <p:cNvPr id="3" name="Picture 2" descr="AWS Community Builders Program 2025 | AWS Builder Center">
            <a:extLst>
              <a:ext uri="{FF2B5EF4-FFF2-40B4-BE49-F238E27FC236}">
                <a16:creationId xmlns:a16="http://schemas.microsoft.com/office/drawing/2014/main" id="{0F04D3D9-653A-40B6-E818-973BBCFE1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90747"/>
            <a:ext cx="295275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89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o photo description available.">
            <a:extLst>
              <a:ext uri="{FF2B5EF4-FFF2-40B4-BE49-F238E27FC236}">
                <a16:creationId xmlns:a16="http://schemas.microsoft.com/office/drawing/2014/main" id="{C4245FCE-E784-5F90-954A-70778F0B9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677" y="1488186"/>
            <a:ext cx="5335323" cy="35560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FDDD9C-EED5-F544-F7EB-21C054B42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1" y="1820228"/>
            <a:ext cx="5196839" cy="292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061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45560-9651-C7DA-0D96-A469C46A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564F3-731D-9275-7307-19556830E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Partners</a:t>
            </a:r>
          </a:p>
        </p:txBody>
      </p:sp>
    </p:spTree>
    <p:extLst>
      <p:ext uri="{BB962C8B-B14F-4D97-AF65-F5344CB8AC3E}">
        <p14:creationId xmlns:p14="http://schemas.microsoft.com/office/powerpoint/2010/main" val="888913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ay be an image of text that says 'cenevectoud Sws NESTRSE WF ta 2026 meTblea PARTNG aws K0 RENOVACLOUD THREE WINS. ONE TEAM. AWS Partner of the Year -Vietnam 2026'">
            <a:extLst>
              <a:ext uri="{FF2B5EF4-FFF2-40B4-BE49-F238E27FC236}">
                <a16:creationId xmlns:a16="http://schemas.microsoft.com/office/drawing/2014/main" id="{DAE6B3A6-5F49-5D8C-B7CA-CE1AED364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739" y="892140"/>
            <a:ext cx="9141714" cy="479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748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7C28A-06E0-F1B1-42F5-5BD10E50F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6D2737BE-624F-7517-454E-8CDE98A92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92" y="-171660"/>
            <a:ext cx="11435016" cy="643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168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BD548-BD47-96CB-6809-EE442C7B7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224" y="1766952"/>
            <a:ext cx="7819901" cy="838200"/>
          </a:xfrm>
        </p:spPr>
        <p:txBody>
          <a:bodyPr/>
          <a:lstStyle/>
          <a:p>
            <a:r>
              <a:rPr lang="en-US" dirty="0" err="1"/>
              <a:t>Linkedin</a:t>
            </a:r>
            <a:r>
              <a:rPr lang="en-US" dirty="0"/>
              <a:t> Connection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0682E7A-BCCD-F9EC-1BB3-98BFA7ED72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59408" y="2679192"/>
            <a:ext cx="2268474" cy="2268474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BA07035-E9D1-AC2D-F29C-32D4887B5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3464" y="5165287"/>
            <a:ext cx="6849533" cy="652565"/>
          </a:xfrm>
        </p:spPr>
        <p:txBody>
          <a:bodyPr/>
          <a:lstStyle/>
          <a:p>
            <a:r>
              <a:rPr lang="en-US" dirty="0"/>
              <a:t>L</a:t>
            </a:r>
            <a:r>
              <a:rPr lang="en-US"/>
              <a:t>inkedin</a:t>
            </a:r>
            <a:r>
              <a:rPr lang="en-US" dirty="0"/>
              <a:t>.com/in/</a:t>
            </a:r>
            <a:r>
              <a:rPr lang="en-US" dirty="0" err="1"/>
              <a:t>hieunghi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22297164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</TotalTime>
  <Words>98</Words>
  <Application>Microsoft Office PowerPoint</Application>
  <PresentationFormat>Widescreen</PresentationFormat>
  <Paragraphs>23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Amazon Ember</vt:lpstr>
      <vt:lpstr>Aptos</vt:lpstr>
      <vt:lpstr>Aptos Display</vt:lpstr>
      <vt:lpstr>Arial</vt:lpstr>
      <vt:lpstr>Custom Design</vt:lpstr>
      <vt:lpstr>PowerPoint Presentation</vt:lpstr>
      <vt:lpstr>PowerPoint Presentation</vt:lpstr>
      <vt:lpstr>First Cloud AI Journey Program</vt:lpstr>
      <vt:lpstr>PowerPoint Presentation</vt:lpstr>
      <vt:lpstr>Getting the job is just a beginning… </vt:lpstr>
      <vt:lpstr>PowerPoint Presentation</vt:lpstr>
      <vt:lpstr>AWS Student Builder Group Program</vt:lpstr>
      <vt:lpstr>builder.aws.com/community/student-builder-groups</vt:lpstr>
      <vt:lpstr>PowerPoint Presentation</vt:lpstr>
      <vt:lpstr>PowerPoint Presentation</vt:lpstr>
      <vt:lpstr>PowerPoint Presentation</vt:lpstr>
      <vt:lpstr>AWS Community Builder Program</vt:lpstr>
      <vt:lpstr>PowerPoint Presentation</vt:lpstr>
      <vt:lpstr>AWS Partners</vt:lpstr>
      <vt:lpstr>PowerPoint Presentation</vt:lpstr>
      <vt:lpstr>PowerPoint Presentation</vt:lpstr>
      <vt:lpstr>Linkedin Connection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Thien Lu Hoan</dc:creator>
  <cp:lastModifiedBy>Danh Hoàng Hiếu Nghị</cp:lastModifiedBy>
  <cp:revision>19</cp:revision>
  <dcterms:created xsi:type="dcterms:W3CDTF">2026-02-25T10:51:59Z</dcterms:created>
  <dcterms:modified xsi:type="dcterms:W3CDTF">2026-06-12T13:08:42Z</dcterms:modified>
</cp:coreProperties>
</file>